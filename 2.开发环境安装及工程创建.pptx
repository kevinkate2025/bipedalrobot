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  <p:sldMasterId id="2147483686" r:id="rId4"/>
  </p:sldMasterIdLst>
  <p:notesMasterIdLst>
    <p:notesMasterId r:id="rId6"/>
  </p:notesMasterIdLst>
  <p:handoutMasterIdLst>
    <p:handoutMasterId r:id="rId24"/>
  </p:handoutMasterIdLst>
  <p:sldIdLst>
    <p:sldId id="545" r:id="rId5"/>
    <p:sldId id="617" r:id="rId7"/>
    <p:sldId id="609" r:id="rId8"/>
    <p:sldId id="618" r:id="rId9"/>
    <p:sldId id="610" r:id="rId10"/>
    <p:sldId id="644" r:id="rId11"/>
    <p:sldId id="646" r:id="rId12"/>
    <p:sldId id="659" r:id="rId13"/>
    <p:sldId id="660" r:id="rId14"/>
    <p:sldId id="661" r:id="rId15"/>
    <p:sldId id="687" r:id="rId16"/>
    <p:sldId id="688" r:id="rId17"/>
    <p:sldId id="689" r:id="rId18"/>
    <p:sldId id="690" r:id="rId19"/>
    <p:sldId id="691" r:id="rId20"/>
    <p:sldId id="692" r:id="rId21"/>
    <p:sldId id="693" r:id="rId22"/>
    <p:sldId id="571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7" userDrawn="1">
          <p15:clr>
            <a:srgbClr val="A4A3A4"/>
          </p15:clr>
        </p15:guide>
        <p15:guide id="2" pos="391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58" y="274"/>
      </p:cViewPr>
      <p:guideLst>
        <p:guide orient="horz" pos="2317"/>
        <p:guide pos="391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420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tags" Target="../tags/tag7.xml"/><Relationship Id="rId13" Type="http://schemas.openxmlformats.org/officeDocument/2006/relationships/image" Target="../media/image6.png"/><Relationship Id="rId12" Type="http://schemas.openxmlformats.org/officeDocument/2006/relationships/tags" Target="../tags/tag6.xml"/><Relationship Id="rId11" Type="http://schemas.openxmlformats.org/officeDocument/2006/relationships/image" Target="../media/image5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14.xml"/><Relationship Id="rId7" Type="http://schemas.openxmlformats.org/officeDocument/2006/relationships/image" Target="../media/image9.png"/><Relationship Id="rId6" Type="http://schemas.openxmlformats.org/officeDocument/2006/relationships/tags" Target="../tags/tag13.xml"/><Relationship Id="rId5" Type="http://schemas.openxmlformats.org/officeDocument/2006/relationships/image" Target="../media/image8.png"/><Relationship Id="rId4" Type="http://schemas.openxmlformats.org/officeDocument/2006/relationships/tags" Target="../tags/tag12.xml"/><Relationship Id="rId3" Type="http://schemas.openxmlformats.org/officeDocument/2006/relationships/image" Target="../media/image7.jpeg"/><Relationship Id="rId20" Type="http://schemas.openxmlformats.org/officeDocument/2006/relationships/vmlDrawing" Target="../drawings/vmlDrawing1.vml"/><Relationship Id="rId2" Type="http://schemas.openxmlformats.org/officeDocument/2006/relationships/tags" Target="../tags/tag11.xml"/><Relationship Id="rId19" Type="http://schemas.openxmlformats.org/officeDocument/2006/relationships/image" Target="../media/image13.png"/><Relationship Id="rId18" Type="http://schemas.openxmlformats.org/officeDocument/2006/relationships/image" Target="../media/image12.wmf"/><Relationship Id="rId17" Type="http://schemas.openxmlformats.org/officeDocument/2006/relationships/oleObject" Target="../embeddings/oleObject1.bin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image" Target="../media/image11.png"/><Relationship Id="rId10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4.xml"/><Relationship Id="rId7" Type="http://schemas.openxmlformats.org/officeDocument/2006/relationships/image" Target="../media/image3.png"/><Relationship Id="rId6" Type="http://schemas.openxmlformats.org/officeDocument/2006/relationships/tags" Target="../tags/tag23.xml"/><Relationship Id="rId5" Type="http://schemas.openxmlformats.org/officeDocument/2006/relationships/image" Target="../media/image2.png"/><Relationship Id="rId4" Type="http://schemas.openxmlformats.org/officeDocument/2006/relationships/tags" Target="../tags/tag22.xml"/><Relationship Id="rId3" Type="http://schemas.openxmlformats.org/officeDocument/2006/relationships/image" Target="../media/image1.png"/><Relationship Id="rId2" Type="http://schemas.openxmlformats.org/officeDocument/2006/relationships/tags" Target="../tags/tag21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image" Target="../media/image14.png"/><Relationship Id="rId14" Type="http://schemas.openxmlformats.org/officeDocument/2006/relationships/tags" Target="../tags/tag27.xml"/><Relationship Id="rId13" Type="http://schemas.openxmlformats.org/officeDocument/2006/relationships/image" Target="../media/image6.png"/><Relationship Id="rId12" Type="http://schemas.openxmlformats.org/officeDocument/2006/relationships/tags" Target="../tags/tag26.xml"/><Relationship Id="rId11" Type="http://schemas.openxmlformats.org/officeDocument/2006/relationships/image" Target="../media/image5.png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35.xml"/><Relationship Id="rId7" Type="http://schemas.openxmlformats.org/officeDocument/2006/relationships/image" Target="../media/image9.png"/><Relationship Id="rId6" Type="http://schemas.openxmlformats.org/officeDocument/2006/relationships/tags" Target="../tags/tag34.xml"/><Relationship Id="rId5" Type="http://schemas.openxmlformats.org/officeDocument/2006/relationships/image" Target="../media/image8.png"/><Relationship Id="rId4" Type="http://schemas.openxmlformats.org/officeDocument/2006/relationships/tags" Target="../tags/tag33.xml"/><Relationship Id="rId3" Type="http://schemas.openxmlformats.org/officeDocument/2006/relationships/image" Target="../media/image7.jpeg"/><Relationship Id="rId21" Type="http://schemas.openxmlformats.org/officeDocument/2006/relationships/vmlDrawing" Target="../drawings/vmlDrawing2.vml"/><Relationship Id="rId20" Type="http://schemas.openxmlformats.org/officeDocument/2006/relationships/image" Target="../media/image12.wmf"/><Relationship Id="rId2" Type="http://schemas.openxmlformats.org/officeDocument/2006/relationships/tags" Target="../tags/tag32.xml"/><Relationship Id="rId19" Type="http://schemas.openxmlformats.org/officeDocument/2006/relationships/oleObject" Target="../embeddings/oleObject2.bin"/><Relationship Id="rId18" Type="http://schemas.openxmlformats.org/officeDocument/2006/relationships/image" Target="../media/image13.png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image" Target="../media/image11.png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46.xml"/><Relationship Id="rId7" Type="http://schemas.openxmlformats.org/officeDocument/2006/relationships/image" Target="../media/image10.png"/><Relationship Id="rId6" Type="http://schemas.openxmlformats.org/officeDocument/2006/relationships/tags" Target="../tags/tag45.xml"/><Relationship Id="rId5" Type="http://schemas.openxmlformats.org/officeDocument/2006/relationships/image" Target="../media/image6.png"/><Relationship Id="rId4" Type="http://schemas.openxmlformats.org/officeDocument/2006/relationships/tags" Target="../tags/tag44.xml"/><Relationship Id="rId3" Type="http://schemas.openxmlformats.org/officeDocument/2006/relationships/image" Target="../media/image7.jpeg"/><Relationship Id="rId21" Type="http://schemas.openxmlformats.org/officeDocument/2006/relationships/vmlDrawing" Target="../drawings/vmlDrawing3.vml"/><Relationship Id="rId20" Type="http://schemas.openxmlformats.org/officeDocument/2006/relationships/image" Target="../media/image13.png"/><Relationship Id="rId2" Type="http://schemas.openxmlformats.org/officeDocument/2006/relationships/tags" Target="../tags/tag43.xml"/><Relationship Id="rId19" Type="http://schemas.openxmlformats.org/officeDocument/2006/relationships/image" Target="../media/image12.wmf"/><Relationship Id="rId18" Type="http://schemas.openxmlformats.org/officeDocument/2006/relationships/oleObject" Target="../embeddings/oleObject3.bin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image" Target="../media/image16.png"/><Relationship Id="rId6" Type="http://schemas.openxmlformats.org/officeDocument/2006/relationships/tags" Target="../tags/tag57.xml"/><Relationship Id="rId5" Type="http://schemas.openxmlformats.org/officeDocument/2006/relationships/image" Target="../media/image5.png"/><Relationship Id="rId4" Type="http://schemas.openxmlformats.org/officeDocument/2006/relationships/tags" Target="../tags/tag56.xml"/><Relationship Id="rId3" Type="http://schemas.openxmlformats.org/officeDocument/2006/relationships/image" Target="../media/image7.jpeg"/><Relationship Id="rId24" Type="http://schemas.openxmlformats.org/officeDocument/2006/relationships/vmlDrawing" Target="../drawings/vmlDrawing4.vml"/><Relationship Id="rId23" Type="http://schemas.openxmlformats.org/officeDocument/2006/relationships/image" Target="../media/image13.png"/><Relationship Id="rId22" Type="http://schemas.openxmlformats.org/officeDocument/2006/relationships/image" Target="../media/image12.wmf"/><Relationship Id="rId21" Type="http://schemas.openxmlformats.org/officeDocument/2006/relationships/oleObject" Target="../embeddings/oleObject4.bin"/><Relationship Id="rId20" Type="http://schemas.openxmlformats.org/officeDocument/2006/relationships/tags" Target="../tags/tag68.xml"/><Relationship Id="rId2" Type="http://schemas.openxmlformats.org/officeDocument/2006/relationships/tags" Target="../tags/tag55.xml"/><Relationship Id="rId19" Type="http://schemas.openxmlformats.org/officeDocument/2006/relationships/tags" Target="../tags/tag67.xml"/><Relationship Id="rId18" Type="http://schemas.openxmlformats.org/officeDocument/2006/relationships/tags" Target="../tags/tag66.xml"/><Relationship Id="rId17" Type="http://schemas.openxmlformats.org/officeDocument/2006/relationships/tags" Target="../tags/tag65.xml"/><Relationship Id="rId16" Type="http://schemas.openxmlformats.org/officeDocument/2006/relationships/image" Target="../media/image4.png"/><Relationship Id="rId15" Type="http://schemas.openxmlformats.org/officeDocument/2006/relationships/tags" Target="../tags/tag64.xml"/><Relationship Id="rId14" Type="http://schemas.openxmlformats.org/officeDocument/2006/relationships/image" Target="../media/image2.png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image" Target="../media/image9.png"/><Relationship Id="rId6" Type="http://schemas.openxmlformats.org/officeDocument/2006/relationships/tags" Target="../tags/tag74.xml"/><Relationship Id="rId5" Type="http://schemas.openxmlformats.org/officeDocument/2006/relationships/image" Target="../media/image8.png"/><Relationship Id="rId4" Type="http://schemas.openxmlformats.org/officeDocument/2006/relationships/tags" Target="../tags/tag73.xml"/><Relationship Id="rId3" Type="http://schemas.openxmlformats.org/officeDocument/2006/relationships/image" Target="../media/image7.jpeg"/><Relationship Id="rId2" Type="http://schemas.openxmlformats.org/officeDocument/2006/relationships/tags" Target="../tags/tag72.xml"/><Relationship Id="rId13" Type="http://schemas.openxmlformats.org/officeDocument/2006/relationships/tags" Target="../tags/tag80.xml"/><Relationship Id="rId12" Type="http://schemas.openxmlformats.org/officeDocument/2006/relationships/tags" Target="../tags/tag7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84.xml"/><Relationship Id="rId7" Type="http://schemas.openxmlformats.org/officeDocument/2006/relationships/image" Target="../media/image9.png"/><Relationship Id="rId6" Type="http://schemas.openxmlformats.org/officeDocument/2006/relationships/tags" Target="../tags/tag83.xml"/><Relationship Id="rId5" Type="http://schemas.openxmlformats.org/officeDocument/2006/relationships/image" Target="../media/image8.png"/><Relationship Id="rId4" Type="http://schemas.openxmlformats.org/officeDocument/2006/relationships/tags" Target="../tags/tag82.xml"/><Relationship Id="rId3" Type="http://schemas.openxmlformats.org/officeDocument/2006/relationships/image" Target="../media/image7.jpeg"/><Relationship Id="rId2" Type="http://schemas.openxmlformats.org/officeDocument/2006/relationships/tags" Target="../tags/tag81.xml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image" Target="../media/image17.png"/><Relationship Id="rId6" Type="http://schemas.openxmlformats.org/officeDocument/2006/relationships/tags" Target="../tags/tag92.xml"/><Relationship Id="rId5" Type="http://schemas.openxmlformats.org/officeDocument/2006/relationships/image" Target="../media/image8.png"/><Relationship Id="rId4" Type="http://schemas.openxmlformats.org/officeDocument/2006/relationships/tags" Target="../tags/tag91.xml"/><Relationship Id="rId3" Type="http://schemas.openxmlformats.org/officeDocument/2006/relationships/image" Target="../media/image7.jpeg"/><Relationship Id="rId2" Type="http://schemas.openxmlformats.org/officeDocument/2006/relationships/tags" Target="../tags/tag90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00.xml"/><Relationship Id="rId7" Type="http://schemas.openxmlformats.org/officeDocument/2006/relationships/image" Target="../media/image3.png"/><Relationship Id="rId6" Type="http://schemas.openxmlformats.org/officeDocument/2006/relationships/tags" Target="../tags/tag99.xml"/><Relationship Id="rId5" Type="http://schemas.openxmlformats.org/officeDocument/2006/relationships/image" Target="../media/image2.png"/><Relationship Id="rId4" Type="http://schemas.openxmlformats.org/officeDocument/2006/relationships/tags" Target="../tags/tag98.xml"/><Relationship Id="rId3" Type="http://schemas.openxmlformats.org/officeDocument/2006/relationships/image" Target="../media/image1.png"/><Relationship Id="rId2" Type="http://schemas.openxmlformats.org/officeDocument/2006/relationships/tags" Target="../tags/tag97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image" Target="../media/image6.png"/><Relationship Id="rId12" Type="http://schemas.openxmlformats.org/officeDocument/2006/relationships/tags" Target="../tags/tag102.xml"/><Relationship Id="rId11" Type="http://schemas.openxmlformats.org/officeDocument/2006/relationships/image" Target="../media/image5.png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111.xml"/><Relationship Id="rId7" Type="http://schemas.openxmlformats.org/officeDocument/2006/relationships/image" Target="../media/image9.png"/><Relationship Id="rId6" Type="http://schemas.openxmlformats.org/officeDocument/2006/relationships/tags" Target="../tags/tag110.xml"/><Relationship Id="rId5" Type="http://schemas.openxmlformats.org/officeDocument/2006/relationships/image" Target="../media/image8.png"/><Relationship Id="rId4" Type="http://schemas.openxmlformats.org/officeDocument/2006/relationships/tags" Target="../tags/tag109.xml"/><Relationship Id="rId3" Type="http://schemas.openxmlformats.org/officeDocument/2006/relationships/image" Target="../media/image7.jpeg"/><Relationship Id="rId2" Type="http://schemas.openxmlformats.org/officeDocument/2006/relationships/tags" Target="../tags/tag108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image" Target="../media/image11.png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image" Target="../media/image3.png"/><Relationship Id="rId6" Type="http://schemas.openxmlformats.org/officeDocument/2006/relationships/tags" Target="../tags/tag120.xml"/><Relationship Id="rId5" Type="http://schemas.openxmlformats.org/officeDocument/2006/relationships/image" Target="../media/image18.png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image" Target="../media/image11.png"/><Relationship Id="rId6" Type="http://schemas.openxmlformats.org/officeDocument/2006/relationships/tags" Target="../tags/tag129.xml"/><Relationship Id="rId5" Type="http://schemas.openxmlformats.org/officeDocument/2006/relationships/image" Target="../media/image19.png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image" Target="../media/image9.png"/><Relationship Id="rId7" Type="http://schemas.openxmlformats.org/officeDocument/2006/relationships/tags" Target="../tags/tag139.xml"/><Relationship Id="rId6" Type="http://schemas.openxmlformats.org/officeDocument/2006/relationships/image" Target="../media/image8.png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image" Target="../media/image20.png"/><Relationship Id="rId2" Type="http://schemas.openxmlformats.org/officeDocument/2006/relationships/tags" Target="../tags/tag13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image" Target="../media/image18.png"/><Relationship Id="rId5" Type="http://schemas.openxmlformats.org/officeDocument/2006/relationships/tags" Target="../tags/tag148.xml"/><Relationship Id="rId4" Type="http://schemas.openxmlformats.org/officeDocument/2006/relationships/image" Target="../media/image3.png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2" Type="http://schemas.openxmlformats.org/officeDocument/2006/relationships/tags" Target="../tags/tag154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image" Target="../media/image20.png"/><Relationship Id="rId2" Type="http://schemas.openxmlformats.org/officeDocument/2006/relationships/tags" Target="../tags/tag15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image" Target="../media/image9.png"/><Relationship Id="rId7" Type="http://schemas.openxmlformats.org/officeDocument/2006/relationships/tags" Target="../tags/tag168.xml"/><Relationship Id="rId6" Type="http://schemas.openxmlformats.org/officeDocument/2006/relationships/image" Target="../media/image8.png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image" Target="../media/image1.png"/><Relationship Id="rId2" Type="http://schemas.openxmlformats.org/officeDocument/2006/relationships/tags" Target="../tags/tag165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image" Target="../media/image21.jpeg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184.xml"/><Relationship Id="rId3" Type="http://schemas.openxmlformats.org/officeDocument/2006/relationships/image" Target="../media/image22.png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image" Target="../media/image23.png"/><Relationship Id="rId6" Type="http://schemas.openxmlformats.org/officeDocument/2006/relationships/tags" Target="../tags/tag187.xml"/><Relationship Id="rId5" Type="http://schemas.openxmlformats.org/officeDocument/2006/relationships/image" Target="../media/image22.png"/><Relationship Id="rId4" Type="http://schemas.openxmlformats.org/officeDocument/2006/relationships/tags" Target="../tags/tag186.xml"/><Relationship Id="rId3" Type="http://schemas.openxmlformats.org/officeDocument/2006/relationships/image" Target="../media/image24.png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191.xml"/><Relationship Id="rId3" Type="http://schemas.openxmlformats.org/officeDocument/2006/relationships/image" Target="../media/image22.png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193.xml"/><Relationship Id="rId3" Type="http://schemas.openxmlformats.org/officeDocument/2006/relationships/image" Target="../media/image22.png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2.png"/><Relationship Id="rId4" Type="http://schemas.openxmlformats.org/officeDocument/2006/relationships/tags" Target="../tags/tag195.xml"/><Relationship Id="rId3" Type="http://schemas.openxmlformats.org/officeDocument/2006/relationships/image" Target="../media/image25.png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197.xml"/><Relationship Id="rId3" Type="http://schemas.openxmlformats.org/officeDocument/2006/relationships/image" Target="../media/image22.png"/><Relationship Id="rId2" Type="http://schemas.openxmlformats.org/officeDocument/2006/relationships/tags" Target="../tags/tag19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199.xml"/><Relationship Id="rId3" Type="http://schemas.openxmlformats.org/officeDocument/2006/relationships/image" Target="../media/image22.png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201.xml"/><Relationship Id="rId3" Type="http://schemas.openxmlformats.org/officeDocument/2006/relationships/image" Target="../media/image22.png"/><Relationship Id="rId2" Type="http://schemas.openxmlformats.org/officeDocument/2006/relationships/tags" Target="../tags/tag200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203.xml"/><Relationship Id="rId3" Type="http://schemas.openxmlformats.org/officeDocument/2006/relationships/image" Target="../media/image21.jpeg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image" Target="../media/image23.png"/><Relationship Id="rId4" Type="http://schemas.openxmlformats.org/officeDocument/2006/relationships/tags" Target="../tags/tag205.xml"/><Relationship Id="rId3" Type="http://schemas.openxmlformats.org/officeDocument/2006/relationships/image" Target="../media/image22.png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image" Target="../media/image23.png"/><Relationship Id="rId5" Type="http://schemas.openxmlformats.org/officeDocument/2006/relationships/tags" Target="../tags/tag212.xml"/><Relationship Id="rId4" Type="http://schemas.openxmlformats.org/officeDocument/2006/relationships/image" Target="../media/image22.png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image" Target="../media/image23.png"/><Relationship Id="rId5" Type="http://schemas.openxmlformats.org/officeDocument/2006/relationships/tags" Target="../tags/tag220.xml"/><Relationship Id="rId4" Type="http://schemas.openxmlformats.org/officeDocument/2006/relationships/image" Target="../media/image22.png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image" Target="../media/image23.png"/><Relationship Id="rId5" Type="http://schemas.openxmlformats.org/officeDocument/2006/relationships/tags" Target="../tags/tag229.xml"/><Relationship Id="rId4" Type="http://schemas.openxmlformats.org/officeDocument/2006/relationships/image" Target="../media/image22.png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41.xml"/><Relationship Id="rId8" Type="http://schemas.openxmlformats.org/officeDocument/2006/relationships/tags" Target="../tags/tag240.xml"/><Relationship Id="rId7" Type="http://schemas.openxmlformats.org/officeDocument/2006/relationships/tags" Target="../tags/tag239.xml"/><Relationship Id="rId6" Type="http://schemas.openxmlformats.org/officeDocument/2006/relationships/image" Target="../media/image23.png"/><Relationship Id="rId5" Type="http://schemas.openxmlformats.org/officeDocument/2006/relationships/tags" Target="../tags/tag238.xml"/><Relationship Id="rId4" Type="http://schemas.openxmlformats.org/officeDocument/2006/relationships/image" Target="../media/image22.png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tags" Target="../tags/tag242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image" Target="../media/image23.png"/><Relationship Id="rId5" Type="http://schemas.openxmlformats.org/officeDocument/2006/relationships/tags" Target="../tags/tag247.xml"/><Relationship Id="rId4" Type="http://schemas.openxmlformats.org/officeDocument/2006/relationships/image" Target="../media/image22.png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61.xml"/><Relationship Id="rId8" Type="http://schemas.openxmlformats.org/officeDocument/2006/relationships/tags" Target="../tags/tag260.xml"/><Relationship Id="rId7" Type="http://schemas.openxmlformats.org/officeDocument/2006/relationships/tags" Target="../tags/tag259.xml"/><Relationship Id="rId6" Type="http://schemas.openxmlformats.org/officeDocument/2006/relationships/image" Target="../media/image27.png"/><Relationship Id="rId5" Type="http://schemas.openxmlformats.org/officeDocument/2006/relationships/tags" Target="../tags/tag258.xml"/><Relationship Id="rId4" Type="http://schemas.openxmlformats.org/officeDocument/2006/relationships/image" Target="../media/image26.png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1" Type="http://schemas.openxmlformats.org/officeDocument/2006/relationships/tags" Target="../tags/tag263.xml"/><Relationship Id="rId10" Type="http://schemas.openxmlformats.org/officeDocument/2006/relationships/tags" Target="../tags/tag262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3" Type="http://schemas.openxmlformats.org/officeDocument/2006/relationships/image" Target="../media/image21.jpeg"/><Relationship Id="rId2" Type="http://schemas.openxmlformats.org/officeDocument/2006/relationships/tags" Target="../tags/tag26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271.xml"/><Relationship Id="rId3" Type="http://schemas.openxmlformats.org/officeDocument/2006/relationships/image" Target="../media/image22.png"/><Relationship Id="rId2" Type="http://schemas.openxmlformats.org/officeDocument/2006/relationships/tags" Target="../tags/tag270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image" Target="../media/image23.png"/><Relationship Id="rId6" Type="http://schemas.openxmlformats.org/officeDocument/2006/relationships/tags" Target="../tags/tag274.xml"/><Relationship Id="rId5" Type="http://schemas.openxmlformats.org/officeDocument/2006/relationships/image" Target="../media/image22.png"/><Relationship Id="rId4" Type="http://schemas.openxmlformats.org/officeDocument/2006/relationships/tags" Target="../tags/tag273.xml"/><Relationship Id="rId3" Type="http://schemas.openxmlformats.org/officeDocument/2006/relationships/image" Target="../media/image24.png"/><Relationship Id="rId2" Type="http://schemas.openxmlformats.org/officeDocument/2006/relationships/tags" Target="../tags/tag272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278.xml"/><Relationship Id="rId3" Type="http://schemas.openxmlformats.org/officeDocument/2006/relationships/image" Target="../media/image22.png"/><Relationship Id="rId2" Type="http://schemas.openxmlformats.org/officeDocument/2006/relationships/tags" Target="../tags/tag277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280.xml"/><Relationship Id="rId3" Type="http://schemas.openxmlformats.org/officeDocument/2006/relationships/image" Target="../media/image22.png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2.png"/><Relationship Id="rId4" Type="http://schemas.openxmlformats.org/officeDocument/2006/relationships/tags" Target="../tags/tag282.xml"/><Relationship Id="rId3" Type="http://schemas.openxmlformats.org/officeDocument/2006/relationships/image" Target="../media/image25.png"/><Relationship Id="rId2" Type="http://schemas.openxmlformats.org/officeDocument/2006/relationships/tags" Target="../tags/tag281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284.xml"/><Relationship Id="rId3" Type="http://schemas.openxmlformats.org/officeDocument/2006/relationships/image" Target="../media/image22.png"/><Relationship Id="rId2" Type="http://schemas.openxmlformats.org/officeDocument/2006/relationships/tags" Target="../tags/tag283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286.xml"/><Relationship Id="rId3" Type="http://schemas.openxmlformats.org/officeDocument/2006/relationships/image" Target="../media/image22.png"/><Relationship Id="rId2" Type="http://schemas.openxmlformats.org/officeDocument/2006/relationships/tags" Target="../tags/tag285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tags" Target="../tags/tag288.xml"/><Relationship Id="rId3" Type="http://schemas.openxmlformats.org/officeDocument/2006/relationships/image" Target="../media/image22.png"/><Relationship Id="rId2" Type="http://schemas.openxmlformats.org/officeDocument/2006/relationships/tags" Target="../tags/tag287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tags" Target="../tags/tag290.xml"/><Relationship Id="rId3" Type="http://schemas.openxmlformats.org/officeDocument/2006/relationships/image" Target="../media/image21.jpeg"/><Relationship Id="rId2" Type="http://schemas.openxmlformats.org/officeDocument/2006/relationships/tags" Target="../tags/tag289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image" Target="../media/image23.png"/><Relationship Id="rId4" Type="http://schemas.openxmlformats.org/officeDocument/2006/relationships/tags" Target="../tags/tag292.xml"/><Relationship Id="rId3" Type="http://schemas.openxmlformats.org/officeDocument/2006/relationships/image" Target="../media/image22.png"/><Relationship Id="rId2" Type="http://schemas.openxmlformats.org/officeDocument/2006/relationships/tags" Target="../tags/tag291.xm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302.xml"/><Relationship Id="rId8" Type="http://schemas.openxmlformats.org/officeDocument/2006/relationships/tags" Target="../tags/tag301.xml"/><Relationship Id="rId7" Type="http://schemas.openxmlformats.org/officeDocument/2006/relationships/tags" Target="../tags/tag300.xml"/><Relationship Id="rId6" Type="http://schemas.openxmlformats.org/officeDocument/2006/relationships/image" Target="../media/image23.png"/><Relationship Id="rId5" Type="http://schemas.openxmlformats.org/officeDocument/2006/relationships/tags" Target="../tags/tag299.xml"/><Relationship Id="rId4" Type="http://schemas.openxmlformats.org/officeDocument/2006/relationships/image" Target="../media/image22.png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image" Target="../media/image23.png"/><Relationship Id="rId5" Type="http://schemas.openxmlformats.org/officeDocument/2006/relationships/tags" Target="../tags/tag307.xml"/><Relationship Id="rId4" Type="http://schemas.openxmlformats.org/officeDocument/2006/relationships/image" Target="../media/image22.png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19.xml"/><Relationship Id="rId8" Type="http://schemas.openxmlformats.org/officeDocument/2006/relationships/tags" Target="../tags/tag318.xml"/><Relationship Id="rId7" Type="http://schemas.openxmlformats.org/officeDocument/2006/relationships/tags" Target="../tags/tag317.xml"/><Relationship Id="rId6" Type="http://schemas.openxmlformats.org/officeDocument/2006/relationships/image" Target="../media/image23.png"/><Relationship Id="rId5" Type="http://schemas.openxmlformats.org/officeDocument/2006/relationships/tags" Target="../tags/tag316.xml"/><Relationship Id="rId4" Type="http://schemas.openxmlformats.org/officeDocument/2006/relationships/image" Target="../media/image22.png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2" Type="http://schemas.openxmlformats.org/officeDocument/2006/relationships/tags" Target="../tags/tag322.xml"/><Relationship Id="rId11" Type="http://schemas.openxmlformats.org/officeDocument/2006/relationships/tags" Target="../tags/tag321.xml"/><Relationship Id="rId10" Type="http://schemas.openxmlformats.org/officeDocument/2006/relationships/tags" Target="../tags/tag320.xml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image" Target="../media/image23.png"/><Relationship Id="rId5" Type="http://schemas.openxmlformats.org/officeDocument/2006/relationships/tags" Target="../tags/tag325.xml"/><Relationship Id="rId4" Type="http://schemas.openxmlformats.org/officeDocument/2006/relationships/image" Target="../media/image22.png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tags" Target="../tags/tag336.xml"/><Relationship Id="rId7" Type="http://schemas.openxmlformats.org/officeDocument/2006/relationships/tags" Target="../tags/tag335.xml"/><Relationship Id="rId6" Type="http://schemas.openxmlformats.org/officeDocument/2006/relationships/image" Target="../media/image23.png"/><Relationship Id="rId5" Type="http://schemas.openxmlformats.org/officeDocument/2006/relationships/tags" Target="../tags/tag334.xml"/><Relationship Id="rId4" Type="http://schemas.openxmlformats.org/officeDocument/2006/relationships/image" Target="../media/image22.png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4" Type="http://schemas.openxmlformats.org/officeDocument/2006/relationships/tags" Target="../tags/tag342.xml"/><Relationship Id="rId13" Type="http://schemas.openxmlformats.org/officeDocument/2006/relationships/tags" Target="../tags/tag341.xml"/><Relationship Id="rId12" Type="http://schemas.openxmlformats.org/officeDocument/2006/relationships/tags" Target="../tags/tag340.xml"/><Relationship Id="rId11" Type="http://schemas.openxmlformats.org/officeDocument/2006/relationships/tags" Target="../tags/tag339.xml"/><Relationship Id="rId10" Type="http://schemas.openxmlformats.org/officeDocument/2006/relationships/tags" Target="../tags/tag338.xml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tags" Target="../tags/tag346.xml"/><Relationship Id="rId6" Type="http://schemas.openxmlformats.org/officeDocument/2006/relationships/image" Target="../media/image27.png"/><Relationship Id="rId5" Type="http://schemas.openxmlformats.org/officeDocument/2006/relationships/tags" Target="../tags/tag345.xml"/><Relationship Id="rId4" Type="http://schemas.openxmlformats.org/officeDocument/2006/relationships/image" Target="../media/image26.png"/><Relationship Id="rId3" Type="http://schemas.openxmlformats.org/officeDocument/2006/relationships/tags" Target="../tags/tag344.xml"/><Relationship Id="rId2" Type="http://schemas.openxmlformats.org/officeDocument/2006/relationships/tags" Target="../tags/tag343.xml"/><Relationship Id="rId11" Type="http://schemas.openxmlformats.org/officeDocument/2006/relationships/tags" Target="../tags/tag350.xml"/><Relationship Id="rId10" Type="http://schemas.openxmlformats.org/officeDocument/2006/relationships/tags" Target="../tags/tag349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3467373" y="890515"/>
            <a:ext cx="5257800" cy="546001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5400000">
            <a:off x="9501003" y="-1364594"/>
            <a:ext cx="1042712" cy="377190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5400000">
            <a:off x="1644497" y="4330064"/>
            <a:ext cx="883441" cy="417243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 rot="10800000">
            <a:off x="676376" y="1215658"/>
            <a:ext cx="2568049" cy="171449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email"/>
          <a:srcRect/>
          <a:stretch>
            <a:fillRect/>
          </a:stretch>
        </p:blipFill>
        <p:spPr>
          <a:xfrm rot="10800000">
            <a:off x="8423145" y="3879173"/>
            <a:ext cx="2779710" cy="14859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 cstate="email"/>
          <a:srcRect/>
          <a:stretch>
            <a:fillRect/>
          </a:stretch>
        </p:blipFill>
        <p:spPr>
          <a:xfrm rot="10800000">
            <a:off x="0" y="4037885"/>
            <a:ext cx="1930544" cy="14859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orient="vert" hasCustomPrompt="1"/>
            <p:custDataLst>
              <p:tags r:id="rId14"/>
            </p:custDataLst>
          </p:nvPr>
        </p:nvSpPr>
        <p:spPr>
          <a:xfrm>
            <a:off x="5546316" y="1276449"/>
            <a:ext cx="1226402" cy="4366520"/>
          </a:xfrm>
        </p:spPr>
        <p:txBody>
          <a:bodyPr vert="eaVert" anchor="ctr">
            <a:normAutofit/>
          </a:bodyPr>
          <a:lstStyle>
            <a:lvl1pPr algn="ctr">
              <a:defRPr sz="5400" u="none" strike="noStrike" kern="1200" cap="none" spc="200" normalizeH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 hasCustomPrompt="1"/>
            <p:custDataLst>
              <p:tags r:id="rId15"/>
            </p:custDataLst>
          </p:nvPr>
        </p:nvSpPr>
        <p:spPr>
          <a:xfrm>
            <a:off x="4486320" y="2733675"/>
            <a:ext cx="1022350" cy="2909888"/>
          </a:xfrm>
        </p:spPr>
        <p:txBody>
          <a:bodyPr vert="eaVert" anchor="t">
            <a:normAutofit/>
          </a:bodyPr>
          <a:lstStyle>
            <a:lvl1pPr marL="0" indent="0" algn="ctr">
              <a:buNone/>
              <a:defRPr sz="1600" u="none" strike="noStrike" kern="1200" cap="none" spc="15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/>
          <a:lstStyle/>
          <a:p>
            <a:fld id="{F54129ED-B992-4F63-B1DD-BDA1825CEF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/>
          <a:p>
            <a:fld id="{B4ED8A5C-CF33-42D1-8245-5127E06650C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>
            <a:off x="0" y="0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10800000" flipH="1">
            <a:off x="10261456" y="5875312"/>
            <a:ext cx="1930544" cy="994998"/>
          </a:xfrm>
          <a:custGeom>
            <a:avLst/>
            <a:gdLst>
              <a:gd name="connsiteX0" fmla="*/ 0 w 1930544"/>
              <a:gd name="connsiteY0" fmla="*/ 994998 h 994998"/>
              <a:gd name="connsiteX1" fmla="*/ 1930544 w 1930544"/>
              <a:gd name="connsiteY1" fmla="*/ 994998 h 994998"/>
              <a:gd name="connsiteX2" fmla="*/ 1930544 w 1930544"/>
              <a:gd name="connsiteY2" fmla="*/ 0 h 994998"/>
              <a:gd name="connsiteX3" fmla="*/ 0 w 1930544"/>
              <a:gd name="connsiteY3" fmla="*/ 0 h 99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994998">
                <a:moveTo>
                  <a:pt x="0" y="994998"/>
                </a:moveTo>
                <a:lnTo>
                  <a:pt x="1930544" y="994998"/>
                </a:lnTo>
                <a:lnTo>
                  <a:pt x="1930544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 rot="5400000">
            <a:off x="10548737" y="-892146"/>
            <a:ext cx="751116" cy="2535408"/>
          </a:xfrm>
          <a:custGeom>
            <a:avLst/>
            <a:gdLst>
              <a:gd name="connsiteX0" fmla="*/ 0 w 751116"/>
              <a:gd name="connsiteY0" fmla="*/ 2535408 h 2535408"/>
              <a:gd name="connsiteX1" fmla="*/ 0 w 751116"/>
              <a:gd name="connsiteY1" fmla="*/ 0 h 2535408"/>
              <a:gd name="connsiteX2" fmla="*/ 751116 w 751116"/>
              <a:gd name="connsiteY2" fmla="*/ 0 h 2535408"/>
              <a:gd name="connsiteX3" fmla="*/ 751116 w 751116"/>
              <a:gd name="connsiteY3" fmla="*/ 2535408 h 253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116" h="2535408">
                <a:moveTo>
                  <a:pt x="0" y="2535408"/>
                </a:moveTo>
                <a:lnTo>
                  <a:pt x="0" y="0"/>
                </a:lnTo>
                <a:lnTo>
                  <a:pt x="751116" y="0"/>
                </a:lnTo>
                <a:lnTo>
                  <a:pt x="751116" y="2535408"/>
                </a:ln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 cstate="email"/>
          <a:srcRect/>
          <a:stretch>
            <a:fillRect/>
          </a:stretch>
        </p:blipFill>
        <p:spPr>
          <a:xfrm rot="5400000">
            <a:off x="1004663" y="5216951"/>
            <a:ext cx="636385" cy="2645712"/>
          </a:xfrm>
          <a:custGeom>
            <a:avLst/>
            <a:gdLst>
              <a:gd name="connsiteX0" fmla="*/ 0 w 636385"/>
              <a:gd name="connsiteY0" fmla="*/ 2645712 h 2645712"/>
              <a:gd name="connsiteX1" fmla="*/ 0 w 636385"/>
              <a:gd name="connsiteY1" fmla="*/ 0 h 2645712"/>
              <a:gd name="connsiteX2" fmla="*/ 636385 w 636385"/>
              <a:gd name="connsiteY2" fmla="*/ 0 h 2645712"/>
              <a:gd name="connsiteX3" fmla="*/ 636385 w 636385"/>
              <a:gd name="connsiteY3" fmla="*/ 2645712 h 264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385" h="2645712">
                <a:moveTo>
                  <a:pt x="0" y="2645712"/>
                </a:moveTo>
                <a:lnTo>
                  <a:pt x="0" y="0"/>
                </a:lnTo>
                <a:lnTo>
                  <a:pt x="636385" y="0"/>
                </a:lnTo>
                <a:lnTo>
                  <a:pt x="636385" y="2645712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582295" y="1010920"/>
            <a:ext cx="11043920" cy="541655"/>
          </a:xfrm>
        </p:spPr>
        <p:txBody>
          <a:bodyPr vert="horz" lIns="100800" tIns="39600" rIns="75600" bIns="396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天之恒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3"/>
            </p:custDataLst>
          </p:nvPr>
        </p:nvSpPr>
        <p:spPr>
          <a:xfrm>
            <a:off x="582930" y="1691005"/>
            <a:ext cx="11287125" cy="4650105"/>
          </a:xfrm>
        </p:spPr>
        <p:txBody>
          <a:bodyPr vert="horz" wrap="square" lIns="100800" tIns="0" rIns="8280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0" name="对象 9"/>
          <p:cNvGraphicFramePr/>
          <p:nvPr userDrawn="1"/>
        </p:nvGraphicFramePr>
        <p:xfrm>
          <a:off x="0" y="0"/>
          <a:ext cx="1219263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7" imgW="11591290" imgH="1104900" progId="Paint.Picture">
                  <p:embed/>
                </p:oleObj>
              </mc:Choice>
              <mc:Fallback>
                <p:oleObj name="" r:id="rId17" imgW="11591290" imgH="11049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635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6350000"/>
            <a:ext cx="12192635" cy="50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3496583" y="944490"/>
            <a:ext cx="5257800" cy="546001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5400000">
            <a:off x="9501003" y="-1364594"/>
            <a:ext cx="1042712" cy="37719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5400000">
            <a:off x="1644497" y="4330064"/>
            <a:ext cx="883441" cy="41724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 rot="10800000">
            <a:off x="676376" y="1215658"/>
            <a:ext cx="2568049" cy="17144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email"/>
          <a:srcRect/>
          <a:stretch>
            <a:fillRect/>
          </a:stretch>
        </p:blipFill>
        <p:spPr>
          <a:xfrm rot="10800000">
            <a:off x="8423145" y="3879173"/>
            <a:ext cx="2779710" cy="14859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 cstate="email"/>
          <a:srcRect/>
          <a:stretch>
            <a:fillRect/>
          </a:stretch>
        </p:blipFill>
        <p:spPr>
          <a:xfrm rot="10800000">
            <a:off x="0" y="4037885"/>
            <a:ext cx="1930544" cy="14859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/>
          <a:stretch>
            <a:fillRect/>
          </a:stretch>
        </p:blipFill>
        <p:spPr>
          <a:xfrm>
            <a:off x="4010966" y="5183110"/>
            <a:ext cx="252391" cy="29581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orient="vert" hasCustomPrompt="1"/>
            <p:custDataLst>
              <p:tags r:id="rId16"/>
            </p:custDataLst>
          </p:nvPr>
        </p:nvSpPr>
        <p:spPr>
          <a:xfrm>
            <a:off x="5046377" y="2084442"/>
            <a:ext cx="761499" cy="3280632"/>
          </a:xfrm>
        </p:spPr>
        <p:txBody>
          <a:bodyPr vert="eaVert">
            <a:normAutofit/>
          </a:bodyPr>
          <a:lstStyle>
            <a:lvl1pPr algn="ctr">
              <a:defRPr sz="2400" u="none" strike="noStrike" kern="1200" cap="none" spc="200" normalizeH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" y="0"/>
            <a:ext cx="12192000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>
            <a:off x="0" y="0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10800000" flipH="1">
            <a:off x="10261456" y="5875312"/>
            <a:ext cx="1930544" cy="994998"/>
          </a:xfrm>
          <a:custGeom>
            <a:avLst/>
            <a:gdLst>
              <a:gd name="connsiteX0" fmla="*/ 0 w 1930544"/>
              <a:gd name="connsiteY0" fmla="*/ 994998 h 994998"/>
              <a:gd name="connsiteX1" fmla="*/ 1930544 w 1930544"/>
              <a:gd name="connsiteY1" fmla="*/ 994998 h 994998"/>
              <a:gd name="connsiteX2" fmla="*/ 1930544 w 1930544"/>
              <a:gd name="connsiteY2" fmla="*/ 0 h 994998"/>
              <a:gd name="connsiteX3" fmla="*/ 0 w 1930544"/>
              <a:gd name="connsiteY3" fmla="*/ 0 h 99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994998">
                <a:moveTo>
                  <a:pt x="0" y="994998"/>
                </a:moveTo>
                <a:lnTo>
                  <a:pt x="1930544" y="994998"/>
                </a:lnTo>
                <a:lnTo>
                  <a:pt x="1930544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 rot="5400000">
            <a:off x="10548737" y="-892146"/>
            <a:ext cx="751116" cy="2535408"/>
          </a:xfrm>
          <a:custGeom>
            <a:avLst/>
            <a:gdLst>
              <a:gd name="connsiteX0" fmla="*/ 0 w 751116"/>
              <a:gd name="connsiteY0" fmla="*/ 2535408 h 2535408"/>
              <a:gd name="connsiteX1" fmla="*/ 0 w 751116"/>
              <a:gd name="connsiteY1" fmla="*/ 0 h 2535408"/>
              <a:gd name="connsiteX2" fmla="*/ 751116 w 751116"/>
              <a:gd name="connsiteY2" fmla="*/ 0 h 2535408"/>
              <a:gd name="connsiteX3" fmla="*/ 751116 w 751116"/>
              <a:gd name="connsiteY3" fmla="*/ 2535408 h 253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116" h="2535408">
                <a:moveTo>
                  <a:pt x="0" y="2535408"/>
                </a:moveTo>
                <a:lnTo>
                  <a:pt x="0" y="0"/>
                </a:lnTo>
                <a:lnTo>
                  <a:pt x="751116" y="0"/>
                </a:lnTo>
                <a:lnTo>
                  <a:pt x="751116" y="2535408"/>
                </a:lnTo>
                <a:close/>
              </a:path>
            </a:pathLst>
          </a:cu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 cstate="email"/>
          <a:srcRect/>
          <a:stretch>
            <a:fillRect/>
          </a:stretch>
        </p:blipFill>
        <p:spPr>
          <a:xfrm rot="5400000">
            <a:off x="1004663" y="5216951"/>
            <a:ext cx="636385" cy="2645712"/>
          </a:xfrm>
          <a:custGeom>
            <a:avLst/>
            <a:gdLst>
              <a:gd name="connsiteX0" fmla="*/ 0 w 636385"/>
              <a:gd name="connsiteY0" fmla="*/ 2645712 h 2645712"/>
              <a:gd name="connsiteX1" fmla="*/ 0 w 636385"/>
              <a:gd name="connsiteY1" fmla="*/ 0 h 2645712"/>
              <a:gd name="connsiteX2" fmla="*/ 636385 w 636385"/>
              <a:gd name="connsiteY2" fmla="*/ 0 h 2645712"/>
              <a:gd name="connsiteX3" fmla="*/ 636385 w 636385"/>
              <a:gd name="connsiteY3" fmla="*/ 2645712 h 264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385" h="2645712">
                <a:moveTo>
                  <a:pt x="0" y="2645712"/>
                </a:moveTo>
                <a:lnTo>
                  <a:pt x="0" y="0"/>
                </a:lnTo>
                <a:lnTo>
                  <a:pt x="636385" y="0"/>
                </a:lnTo>
                <a:lnTo>
                  <a:pt x="636385" y="2645712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sz="1600"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6350000"/>
            <a:ext cx="12192635" cy="508000"/>
          </a:xfrm>
          <a:prstGeom prst="rect">
            <a:avLst/>
          </a:prstGeom>
        </p:spPr>
      </p:pic>
      <p:graphicFrame>
        <p:nvGraphicFramePr>
          <p:cNvPr id="11" name="对象 10"/>
          <p:cNvGraphicFramePr/>
          <p:nvPr userDrawn="1"/>
        </p:nvGraphicFramePr>
        <p:xfrm>
          <a:off x="0" y="0"/>
          <a:ext cx="1219263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9" imgW="11591290" imgH="1104900" progId="Paint.Picture">
                  <p:embed/>
                </p:oleObj>
              </mc:Choice>
              <mc:Fallback>
                <p:oleObj name="" r:id="rId19" imgW="11591290" imgH="11049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635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83" y="-1"/>
            <a:ext cx="12192000" cy="677932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 flipH="1">
            <a:off x="10261456" y="5875312"/>
            <a:ext cx="1930544" cy="14859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5400000">
            <a:off x="10548737" y="-892146"/>
            <a:ext cx="751116" cy="2535408"/>
          </a:xfrm>
          <a:custGeom>
            <a:avLst/>
            <a:gdLst>
              <a:gd name="connsiteX0" fmla="*/ 0 w 751116"/>
              <a:gd name="connsiteY0" fmla="*/ 2535408 h 2535408"/>
              <a:gd name="connsiteX1" fmla="*/ 0 w 751116"/>
              <a:gd name="connsiteY1" fmla="*/ 0 h 2535408"/>
              <a:gd name="connsiteX2" fmla="*/ 751116 w 751116"/>
              <a:gd name="connsiteY2" fmla="*/ 0 h 2535408"/>
              <a:gd name="connsiteX3" fmla="*/ 751116 w 751116"/>
              <a:gd name="connsiteY3" fmla="*/ 2535408 h 253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116" h="2535408">
                <a:moveTo>
                  <a:pt x="0" y="2535408"/>
                </a:moveTo>
                <a:lnTo>
                  <a:pt x="0" y="0"/>
                </a:lnTo>
                <a:lnTo>
                  <a:pt x="751116" y="0"/>
                </a:lnTo>
                <a:lnTo>
                  <a:pt x="751116" y="2535408"/>
                </a:lnTo>
                <a:close/>
              </a:path>
            </a:pathLst>
          </a:custGeom>
        </p:spPr>
      </p:pic>
      <p:pic>
        <p:nvPicPr>
          <p:cNvPr id="16" name="图片 1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83" y="287082"/>
            <a:ext cx="3582825" cy="635698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-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-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3" name="对象 12"/>
          <p:cNvGraphicFramePr/>
          <p:nvPr userDrawn="1"/>
        </p:nvGraphicFramePr>
        <p:xfrm>
          <a:off x="0" y="0"/>
          <a:ext cx="1219263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8" imgW="11591290" imgH="1104900" progId="Paint.Picture">
                  <p:embed/>
                </p:oleObj>
              </mc:Choice>
              <mc:Fallback>
                <p:oleObj name="" r:id="rId18" imgW="11591290" imgH="11049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635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0" y="6350000"/>
            <a:ext cx="12192635" cy="50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>
            <a:off x="8677957" y="2767967"/>
            <a:ext cx="2779710" cy="1485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>
            <a:off x="-1" y="602517"/>
            <a:ext cx="3075541" cy="5460014"/>
          </a:xfrm>
          <a:prstGeom prst="rect">
            <a:avLst/>
          </a:prstGeom>
        </p:spPr>
      </p:pic>
      <p:grpSp>
        <p:nvGrpSpPr>
          <p:cNvPr id="8" name="组合 7"/>
          <p:cNvGrpSpPr/>
          <p:nvPr userDrawn="1">
            <p:custDataLst>
              <p:tags r:id="rId8"/>
            </p:custDataLst>
          </p:nvPr>
        </p:nvGrpSpPr>
        <p:grpSpPr>
          <a:xfrm>
            <a:off x="551852" y="3186740"/>
            <a:ext cx="221945" cy="221945"/>
            <a:chOff x="1291771" y="1704350"/>
            <a:chExt cx="609745" cy="609745"/>
          </a:xfrm>
        </p:grpSpPr>
        <p:sp>
          <p:nvSpPr>
            <p:cNvPr id="9" name="椭圆 8"/>
            <p:cNvSpPr/>
            <p:nvPr>
              <p:custDataLst>
                <p:tags r:id="rId9"/>
              </p:custDataLst>
            </p:nvPr>
          </p:nvSpPr>
          <p:spPr>
            <a:xfrm>
              <a:off x="1291771" y="1704350"/>
              <a:ext cx="609745" cy="609745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>
              <p:custDataLst>
                <p:tags r:id="rId10"/>
              </p:custDataLst>
            </p:nvPr>
          </p:nvSpPr>
          <p:spPr>
            <a:xfrm>
              <a:off x="1341863" y="1754442"/>
              <a:ext cx="509560" cy="509560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>
              <p:custDataLst>
                <p:tags r:id="rId11"/>
              </p:custDataLst>
            </p:nvPr>
          </p:nvSpPr>
          <p:spPr>
            <a:xfrm>
              <a:off x="1435093" y="1847247"/>
              <a:ext cx="323101" cy="323950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>
              <p:custDataLst>
                <p:tags r:id="rId12"/>
              </p:custDataLst>
            </p:nvPr>
          </p:nvSpPr>
          <p:spPr>
            <a:xfrm>
              <a:off x="1515643" y="1928222"/>
              <a:ext cx="162000" cy="162000"/>
            </a:xfrm>
            <a:prstGeom prst="ellipse">
              <a:avLst/>
            </a:prstGeom>
            <a:noFill/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 rotWithShape="1">
          <a:blip r:embed="rId14" cstate="email"/>
          <a:srcRect/>
          <a:stretch>
            <a:fillRect/>
          </a:stretch>
        </p:blipFill>
        <p:spPr>
          <a:xfrm rot="5400000">
            <a:off x="9501003" y="-1364594"/>
            <a:ext cx="1042712" cy="377190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16" cstate="email"/>
          <a:srcRect/>
          <a:stretch>
            <a:fillRect/>
          </a:stretch>
        </p:blipFill>
        <p:spPr>
          <a:xfrm rot="10800000">
            <a:off x="3302235" y="4763699"/>
            <a:ext cx="2568049" cy="17144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8" name="对象 17"/>
          <p:cNvGraphicFramePr/>
          <p:nvPr userDrawn="1"/>
        </p:nvGraphicFramePr>
        <p:xfrm>
          <a:off x="0" y="0"/>
          <a:ext cx="1219263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21" imgW="11591290" imgH="1104900" progId="Paint.Picture">
                  <p:embed/>
                </p:oleObj>
              </mc:Choice>
              <mc:Fallback>
                <p:oleObj name="" r:id="rId21" imgW="11591290" imgH="11049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635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0" y="6350000"/>
            <a:ext cx="12192635" cy="50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>
            <a:off x="0" y="0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10800000" flipH="1">
            <a:off x="10261456" y="5875312"/>
            <a:ext cx="1930544" cy="994998"/>
          </a:xfrm>
          <a:custGeom>
            <a:avLst/>
            <a:gdLst>
              <a:gd name="connsiteX0" fmla="*/ 0 w 1930544"/>
              <a:gd name="connsiteY0" fmla="*/ 994998 h 994998"/>
              <a:gd name="connsiteX1" fmla="*/ 1930544 w 1930544"/>
              <a:gd name="connsiteY1" fmla="*/ 994998 h 994998"/>
              <a:gd name="connsiteX2" fmla="*/ 1930544 w 1930544"/>
              <a:gd name="connsiteY2" fmla="*/ 0 h 994998"/>
              <a:gd name="connsiteX3" fmla="*/ 0 w 1930544"/>
              <a:gd name="connsiteY3" fmla="*/ 0 h 99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994998">
                <a:moveTo>
                  <a:pt x="0" y="994998"/>
                </a:moveTo>
                <a:lnTo>
                  <a:pt x="1930544" y="994998"/>
                </a:lnTo>
                <a:lnTo>
                  <a:pt x="1930544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>
            <a:off x="0" y="0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10800000" flipH="1">
            <a:off x="10261456" y="5875312"/>
            <a:ext cx="1930544" cy="994998"/>
          </a:xfrm>
          <a:custGeom>
            <a:avLst/>
            <a:gdLst>
              <a:gd name="connsiteX0" fmla="*/ 0 w 1930544"/>
              <a:gd name="connsiteY0" fmla="*/ 994998 h 994998"/>
              <a:gd name="connsiteX1" fmla="*/ 1930544 w 1930544"/>
              <a:gd name="connsiteY1" fmla="*/ 994998 h 994998"/>
              <a:gd name="connsiteX2" fmla="*/ 1930544 w 1930544"/>
              <a:gd name="connsiteY2" fmla="*/ 0 h 994998"/>
              <a:gd name="connsiteX3" fmla="*/ 0 w 1930544"/>
              <a:gd name="connsiteY3" fmla="*/ 0 h 99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994998">
                <a:moveTo>
                  <a:pt x="0" y="994998"/>
                </a:moveTo>
                <a:lnTo>
                  <a:pt x="1930544" y="994998"/>
                </a:lnTo>
                <a:lnTo>
                  <a:pt x="1930544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 rot="5400000">
            <a:off x="1004663" y="5216951"/>
            <a:ext cx="636385" cy="2645712"/>
          </a:xfrm>
          <a:custGeom>
            <a:avLst/>
            <a:gdLst>
              <a:gd name="connsiteX0" fmla="*/ 0 w 636385"/>
              <a:gd name="connsiteY0" fmla="*/ 2645712 h 2645712"/>
              <a:gd name="connsiteX1" fmla="*/ 0 w 636385"/>
              <a:gd name="connsiteY1" fmla="*/ 0 h 2645712"/>
              <a:gd name="connsiteX2" fmla="*/ 636385 w 636385"/>
              <a:gd name="connsiteY2" fmla="*/ 0 h 2645712"/>
              <a:gd name="connsiteX3" fmla="*/ 636385 w 636385"/>
              <a:gd name="connsiteY3" fmla="*/ 2645712 h 264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385" h="2645712">
                <a:moveTo>
                  <a:pt x="0" y="2645712"/>
                </a:moveTo>
                <a:lnTo>
                  <a:pt x="0" y="0"/>
                </a:lnTo>
                <a:lnTo>
                  <a:pt x="636385" y="0"/>
                </a:lnTo>
                <a:lnTo>
                  <a:pt x="636385" y="2645712"/>
                </a:lnTo>
                <a:close/>
              </a:path>
            </a:pathLst>
          </a:cu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隶书" panose="02010509060101010101" pitchFamily="49" charset="-122"/>
              </a:defRPr>
            </a:lvl1pPr>
            <a:lvl2pPr indent="0" eaLnBrk="1" fontAlgn="auto" latinLnBrk="0" hangingPunct="1"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隶书" panose="02010509060101010101" pitchFamily="49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隶书" panose="02010509060101010101" pitchFamily="49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>
            <a:off x="0" y="0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67197" y="-191367"/>
            <a:ext cx="3724803" cy="6858000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u="none" strike="noStrike" kern="1200" cap="none" spc="15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  <a:ea typeface="隶书" panose="02010509060101010101" pitchFamily="49" charset="-122"/>
              </a:defRPr>
            </a:lvl2pPr>
            <a:lvl3pPr>
              <a:defRPr u="none" strike="noStrike" kern="1200" cap="none" spc="15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  <a:ea typeface="隶书" panose="02010509060101010101" pitchFamily="49" charset="-122"/>
              </a:defRPr>
            </a:lvl3pPr>
            <a:lvl4pPr>
              <a:defRPr u="none" strike="noStrike" kern="1200" cap="none" spc="15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  <a:ea typeface="隶书" panose="02010509060101010101" pitchFamily="49" charset="-122"/>
              </a:defRPr>
            </a:lvl4pPr>
            <a:lvl5pPr>
              <a:defRPr u="none" strike="noStrike" kern="1200" cap="none" spc="15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3496583" y="944490"/>
            <a:ext cx="5257800" cy="546001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5400000">
            <a:off x="9501003" y="-1364594"/>
            <a:ext cx="1042712" cy="377190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5400000">
            <a:off x="1644497" y="4330064"/>
            <a:ext cx="883441" cy="41724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 rot="10800000">
            <a:off x="676376" y="1215658"/>
            <a:ext cx="2568049" cy="17144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email"/>
          <a:srcRect/>
          <a:stretch>
            <a:fillRect/>
          </a:stretch>
        </p:blipFill>
        <p:spPr>
          <a:xfrm rot="10800000">
            <a:off x="8423145" y="3879173"/>
            <a:ext cx="2779710" cy="14859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 cstate="email"/>
          <a:srcRect/>
          <a:stretch>
            <a:fillRect/>
          </a:stretch>
        </p:blipFill>
        <p:spPr>
          <a:xfrm rot="10800000">
            <a:off x="0" y="4037885"/>
            <a:ext cx="1930544" cy="14859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orient="vert" hasCustomPrompt="1"/>
            <p:custDataLst>
              <p:tags r:id="rId14"/>
            </p:custDataLst>
          </p:nvPr>
        </p:nvSpPr>
        <p:spPr>
          <a:xfrm>
            <a:off x="5479536" y="1675320"/>
            <a:ext cx="1349042" cy="3608695"/>
          </a:xfrm>
        </p:spPr>
        <p:txBody>
          <a:bodyPr vert="eaVert">
            <a:normAutofit/>
          </a:bodyPr>
          <a:lstStyle>
            <a:lvl1pPr algn="ctr">
              <a:defRPr sz="5400" u="none" strike="noStrike" kern="1200" cap="none" spc="200" normalizeH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 hasCustomPrompt="1"/>
            <p:custDataLst>
              <p:tags r:id="rId15"/>
            </p:custDataLst>
          </p:nvPr>
        </p:nvSpPr>
        <p:spPr>
          <a:xfrm>
            <a:off x="4116388" y="2725738"/>
            <a:ext cx="1311275" cy="2550340"/>
          </a:xfrm>
        </p:spPr>
        <p:txBody>
          <a:bodyPr vert="eaVert" anchor="t"/>
          <a:lstStyle>
            <a:lvl1pPr marL="0" indent="0" algn="ctr">
              <a:buNone/>
              <a:defRPr u="none" strike="noStrike" kern="1200" cap="none" spc="150" normalizeH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email"/>
          <a:srcRect/>
          <a:stretch>
            <a:fillRect/>
          </a:stretch>
        </p:blipFill>
        <p:spPr>
          <a:xfrm rot="10800000">
            <a:off x="0" y="0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 rot="10800000" flipH="1">
            <a:off x="10261456" y="5875312"/>
            <a:ext cx="1930544" cy="994998"/>
          </a:xfrm>
          <a:custGeom>
            <a:avLst/>
            <a:gdLst>
              <a:gd name="connsiteX0" fmla="*/ 0 w 1930544"/>
              <a:gd name="connsiteY0" fmla="*/ 994998 h 994998"/>
              <a:gd name="connsiteX1" fmla="*/ 1930544 w 1930544"/>
              <a:gd name="connsiteY1" fmla="*/ 994998 h 994998"/>
              <a:gd name="connsiteX2" fmla="*/ 1930544 w 1930544"/>
              <a:gd name="connsiteY2" fmla="*/ 0 h 994998"/>
              <a:gd name="connsiteX3" fmla="*/ 0 w 1930544"/>
              <a:gd name="connsiteY3" fmla="*/ 0 h 99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994998">
                <a:moveTo>
                  <a:pt x="0" y="994998"/>
                </a:moveTo>
                <a:lnTo>
                  <a:pt x="1930544" y="994998"/>
                </a:lnTo>
                <a:lnTo>
                  <a:pt x="1930544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 rot="5400000">
            <a:off x="10548737" y="-892146"/>
            <a:ext cx="751116" cy="2535408"/>
          </a:xfrm>
          <a:custGeom>
            <a:avLst/>
            <a:gdLst>
              <a:gd name="connsiteX0" fmla="*/ 0 w 751116"/>
              <a:gd name="connsiteY0" fmla="*/ 2535408 h 2535408"/>
              <a:gd name="connsiteX1" fmla="*/ 0 w 751116"/>
              <a:gd name="connsiteY1" fmla="*/ 0 h 2535408"/>
              <a:gd name="connsiteX2" fmla="*/ 751116 w 751116"/>
              <a:gd name="connsiteY2" fmla="*/ 0 h 2535408"/>
              <a:gd name="connsiteX3" fmla="*/ 751116 w 751116"/>
              <a:gd name="connsiteY3" fmla="*/ 2535408 h 2535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1116" h="2535408">
                <a:moveTo>
                  <a:pt x="0" y="2535408"/>
                </a:moveTo>
                <a:lnTo>
                  <a:pt x="0" y="0"/>
                </a:lnTo>
                <a:lnTo>
                  <a:pt x="751116" y="0"/>
                </a:lnTo>
                <a:lnTo>
                  <a:pt x="751116" y="2535408"/>
                </a:lnTo>
                <a:close/>
              </a:path>
            </a:pathLst>
          </a:cu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 cstate="email"/>
          <a:srcRect/>
          <a:stretch>
            <a:fillRect/>
          </a:stretch>
        </p:blipFill>
        <p:spPr>
          <a:xfrm rot="5400000">
            <a:off x="1004663" y="5216951"/>
            <a:ext cx="636385" cy="2645712"/>
          </a:xfrm>
          <a:custGeom>
            <a:avLst/>
            <a:gdLst>
              <a:gd name="connsiteX0" fmla="*/ 0 w 636385"/>
              <a:gd name="connsiteY0" fmla="*/ 2645712 h 2645712"/>
              <a:gd name="connsiteX1" fmla="*/ 0 w 636385"/>
              <a:gd name="connsiteY1" fmla="*/ 0 h 2645712"/>
              <a:gd name="connsiteX2" fmla="*/ 636385 w 636385"/>
              <a:gd name="connsiteY2" fmla="*/ 0 h 2645712"/>
              <a:gd name="connsiteX3" fmla="*/ 636385 w 636385"/>
              <a:gd name="connsiteY3" fmla="*/ 2645712 h 2645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6385" h="2645712">
                <a:moveTo>
                  <a:pt x="0" y="2645712"/>
                </a:moveTo>
                <a:lnTo>
                  <a:pt x="0" y="0"/>
                </a:lnTo>
                <a:lnTo>
                  <a:pt x="636385" y="0"/>
                </a:lnTo>
                <a:lnTo>
                  <a:pt x="636385" y="2645712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-114300" y="304200"/>
            <a:ext cx="12014246" cy="6249600"/>
            <a:chOff x="-114300" y="304200"/>
            <a:chExt cx="12014246" cy="62496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 cstate="email"/>
            <a:srcRect t="-2"/>
            <a:stretch>
              <a:fillRect/>
            </a:stretch>
          </p:blipFill>
          <p:spPr>
            <a:xfrm>
              <a:off x="10560628" y="5163886"/>
              <a:ext cx="1339318" cy="138933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 cstate="email"/>
            <a:srcRect/>
            <a:stretch>
              <a:fillRect/>
            </a:stretch>
          </p:blipFill>
          <p:spPr>
            <a:xfrm rot="16200000" flipV="1">
              <a:off x="1070310" y="-879835"/>
              <a:ext cx="636385" cy="3005605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-191367"/>
            <a:ext cx="12213771" cy="7049366"/>
            <a:chOff x="0" y="-191367"/>
            <a:chExt cx="12213771" cy="7049366"/>
          </a:xfrm>
        </p:grpSpPr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10351369" y="-191367"/>
              <a:ext cx="1862402" cy="6858000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 rotWithShape="1">
            <a:blip r:embed="rId7" cstate="email"/>
            <a:srcRect/>
            <a:stretch>
              <a:fillRect/>
            </a:stretch>
          </p:blipFill>
          <p:spPr>
            <a:xfrm rot="5400000">
              <a:off x="1004663" y="5216951"/>
              <a:ext cx="636385" cy="2645712"/>
            </a:xfrm>
            <a:custGeom>
              <a:avLst/>
              <a:gdLst>
                <a:gd name="connsiteX0" fmla="*/ 0 w 636385"/>
                <a:gd name="connsiteY0" fmla="*/ 2645712 h 2645712"/>
                <a:gd name="connsiteX1" fmla="*/ 0 w 636385"/>
                <a:gd name="connsiteY1" fmla="*/ 0 h 2645712"/>
                <a:gd name="connsiteX2" fmla="*/ 636385 w 636385"/>
                <a:gd name="connsiteY2" fmla="*/ 0 h 2645712"/>
                <a:gd name="connsiteX3" fmla="*/ 636385 w 636385"/>
                <a:gd name="connsiteY3" fmla="*/ 2645712 h 264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6385" h="2645712">
                  <a:moveTo>
                    <a:pt x="0" y="2645712"/>
                  </a:moveTo>
                  <a:lnTo>
                    <a:pt x="0" y="0"/>
                  </a:lnTo>
                  <a:lnTo>
                    <a:pt x="636385" y="0"/>
                  </a:lnTo>
                  <a:lnTo>
                    <a:pt x="636385" y="2645712"/>
                  </a:lnTo>
                  <a:close/>
                </a:path>
              </a:pathLst>
            </a:cu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2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3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email"/>
          <a:srcRect/>
          <a:stretch>
            <a:fillRect/>
          </a:stretch>
        </p:blipFill>
        <p:spPr>
          <a:xfrm rot="20398923">
            <a:off x="1289890" y="5408950"/>
            <a:ext cx="7954704" cy="2898098"/>
          </a:xfrm>
          <a:custGeom>
            <a:avLst/>
            <a:gdLst>
              <a:gd name="connsiteX0" fmla="*/ 7954704 w 7954704"/>
              <a:gd name="connsiteY0" fmla="*/ 0 h 2898098"/>
              <a:gd name="connsiteX1" fmla="*/ 7954704 w 7954704"/>
              <a:gd name="connsiteY1" fmla="*/ 2898098 h 2898098"/>
              <a:gd name="connsiteX2" fmla="*/ 0 w 7954704"/>
              <a:gd name="connsiteY2" fmla="*/ 0 h 28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54704" h="2898098">
                <a:moveTo>
                  <a:pt x="7954704" y="0"/>
                </a:moveTo>
                <a:lnTo>
                  <a:pt x="7954704" y="289809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 cstate="email"/>
          <a:srcRect/>
          <a:stretch>
            <a:fillRect/>
          </a:stretch>
        </p:blipFill>
        <p:spPr>
          <a:xfrm rot="10800000">
            <a:off x="0" y="0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 cstate="email"/>
          <a:srcRect/>
          <a:stretch>
            <a:fillRect/>
          </a:stretch>
        </p:blipFill>
        <p:spPr>
          <a:xfrm rot="10800000" flipH="1">
            <a:off x="10261456" y="5875312"/>
            <a:ext cx="1930544" cy="994998"/>
          </a:xfrm>
          <a:custGeom>
            <a:avLst/>
            <a:gdLst>
              <a:gd name="connsiteX0" fmla="*/ 0 w 1930544"/>
              <a:gd name="connsiteY0" fmla="*/ 994998 h 994998"/>
              <a:gd name="connsiteX1" fmla="*/ 1930544 w 1930544"/>
              <a:gd name="connsiteY1" fmla="*/ 994998 h 994998"/>
              <a:gd name="connsiteX2" fmla="*/ 1930544 w 1930544"/>
              <a:gd name="connsiteY2" fmla="*/ 0 h 994998"/>
              <a:gd name="connsiteX3" fmla="*/ 0 w 1930544"/>
              <a:gd name="connsiteY3" fmla="*/ 0 h 99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994998">
                <a:moveTo>
                  <a:pt x="0" y="994998"/>
                </a:moveTo>
                <a:lnTo>
                  <a:pt x="1930544" y="994998"/>
                </a:lnTo>
                <a:lnTo>
                  <a:pt x="1930544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 cstate="email"/>
          <a:srcRect/>
          <a:stretch>
            <a:fillRect/>
          </a:stretch>
        </p:blipFill>
        <p:spPr>
          <a:xfrm rot="5400000">
            <a:off x="10209360" y="5222162"/>
            <a:ext cx="571679" cy="270000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 cstate="email"/>
          <a:srcRect t="-2"/>
          <a:stretch>
            <a:fillRect/>
          </a:stretch>
        </p:blipFill>
        <p:spPr>
          <a:xfrm flipH="1" flipV="1">
            <a:off x="0" y="0"/>
            <a:ext cx="1339318" cy="138933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150" normalizeH="0" baseline="0"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email"/>
          <a:srcRect/>
          <a:stretch>
            <a:fillRect/>
          </a:stretch>
        </p:blipFill>
        <p:spPr>
          <a:xfrm rot="20398923">
            <a:off x="1289890" y="5408950"/>
            <a:ext cx="7954704" cy="2898098"/>
          </a:xfrm>
          <a:custGeom>
            <a:avLst/>
            <a:gdLst>
              <a:gd name="connsiteX0" fmla="*/ 7954704 w 7954704"/>
              <a:gd name="connsiteY0" fmla="*/ 0 h 2898098"/>
              <a:gd name="connsiteX1" fmla="*/ 7954704 w 7954704"/>
              <a:gd name="connsiteY1" fmla="*/ 2898098 h 2898098"/>
              <a:gd name="connsiteX2" fmla="*/ 0 w 7954704"/>
              <a:gd name="connsiteY2" fmla="*/ 0 h 2898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54704" h="2898098">
                <a:moveTo>
                  <a:pt x="7954704" y="0"/>
                </a:moveTo>
                <a:lnTo>
                  <a:pt x="7954704" y="289809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  <a:lvl2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2pPr>
            <a:lvl3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3pPr>
            <a:lvl4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4pPr>
            <a:lvl5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1966774" y="-859694"/>
            <a:ext cx="8259722" cy="8577389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隶书" panose="02010509060101010101" pitchFamily="49" charset="-122"/>
              <a:ea typeface="隶书" panose="02010509060101010101" pitchFamily="49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6" cstate="email"/>
          <a:srcRect/>
          <a:stretch>
            <a:fillRect/>
          </a:stretch>
        </p:blipFill>
        <p:spPr>
          <a:xfrm rot="10800000">
            <a:off x="0" y="2838576"/>
            <a:ext cx="1930544" cy="1180848"/>
          </a:xfrm>
          <a:custGeom>
            <a:avLst/>
            <a:gdLst>
              <a:gd name="connsiteX0" fmla="*/ 1930544 w 1930544"/>
              <a:gd name="connsiteY0" fmla="*/ 1180848 h 1180848"/>
              <a:gd name="connsiteX1" fmla="*/ 0 w 1930544"/>
              <a:gd name="connsiteY1" fmla="*/ 1180848 h 1180848"/>
              <a:gd name="connsiteX2" fmla="*/ 0 w 1930544"/>
              <a:gd name="connsiteY2" fmla="*/ 0 h 1180848"/>
              <a:gd name="connsiteX3" fmla="*/ 1930544 w 1930544"/>
              <a:gd name="connsiteY3" fmla="*/ 0 h 1180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1180848">
                <a:moveTo>
                  <a:pt x="1930544" y="1180848"/>
                </a:moveTo>
                <a:lnTo>
                  <a:pt x="0" y="1180848"/>
                </a:lnTo>
                <a:lnTo>
                  <a:pt x="0" y="0"/>
                </a:lnTo>
                <a:lnTo>
                  <a:pt x="1930544" y="0"/>
                </a:lnTo>
                <a:close/>
              </a:path>
            </a:pathLst>
          </a:cu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8" cstate="email"/>
          <a:srcRect/>
          <a:stretch>
            <a:fillRect/>
          </a:stretch>
        </p:blipFill>
        <p:spPr>
          <a:xfrm rot="10800000" flipH="1">
            <a:off x="10261456" y="2931501"/>
            <a:ext cx="1930544" cy="994998"/>
          </a:xfrm>
          <a:custGeom>
            <a:avLst/>
            <a:gdLst>
              <a:gd name="connsiteX0" fmla="*/ 0 w 1930544"/>
              <a:gd name="connsiteY0" fmla="*/ 994998 h 994998"/>
              <a:gd name="connsiteX1" fmla="*/ 1930544 w 1930544"/>
              <a:gd name="connsiteY1" fmla="*/ 994998 h 994998"/>
              <a:gd name="connsiteX2" fmla="*/ 1930544 w 1930544"/>
              <a:gd name="connsiteY2" fmla="*/ 0 h 994998"/>
              <a:gd name="connsiteX3" fmla="*/ 0 w 1930544"/>
              <a:gd name="connsiteY3" fmla="*/ 0 h 99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544" h="994998">
                <a:moveTo>
                  <a:pt x="0" y="994998"/>
                </a:moveTo>
                <a:lnTo>
                  <a:pt x="1930544" y="994998"/>
                </a:lnTo>
                <a:lnTo>
                  <a:pt x="1930544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u="none" strike="noStrike" kern="1200" cap="none" spc="2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u="none" strike="noStrike" kern="1200" cap="none" spc="15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12_画板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43" y="0"/>
            <a:ext cx="12171714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4"/>
          <p:cNvSpPr>
            <a:spLocks noGrp="1"/>
          </p:cNvSpPr>
          <p:nvPr>
            <p:ph type="subTitle" idx="3" hasCustomPrompt="1"/>
            <p:custDataLst>
              <p:tags r:id="rId4"/>
            </p:custDataLst>
          </p:nvPr>
        </p:nvSpPr>
        <p:spPr>
          <a:xfrm>
            <a:off x="1913068" y="2331700"/>
            <a:ext cx="8368467" cy="835709"/>
          </a:xfrm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4" name="标题 5"/>
          <p:cNvSpPr>
            <a:spLocks noGrp="1"/>
          </p:cNvSpPr>
          <p:nvPr>
            <p:ph type="ctrTitle" idx="2" hasCustomPrompt="1"/>
            <p:custDataLst>
              <p:tags r:id="rId5"/>
            </p:custDataLst>
          </p:nvPr>
        </p:nvSpPr>
        <p:spPr>
          <a:xfrm>
            <a:off x="1913069" y="1015980"/>
            <a:ext cx="8368467" cy="123063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7" name="图片 6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 (13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5153" y="1941853"/>
            <a:ext cx="3235350" cy="2974283"/>
          </a:xfrm>
          <a:prstGeom prst="rect">
            <a:avLst/>
          </a:prstGeom>
        </p:spPr>
      </p:pic>
      <p:pic>
        <p:nvPicPr>
          <p:cNvPr id="2" name="图片 1" descr="1 (11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7" name="图片 6" descr="1 (12)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3" hasCustomPrompt="1"/>
            <p:custDataLst>
              <p:tags r:id="rId8"/>
            </p:custDataLst>
          </p:nvPr>
        </p:nvSpPr>
        <p:spPr>
          <a:xfrm>
            <a:off x="4521236" y="2976598"/>
            <a:ext cx="6857365" cy="825334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9" name="标题 3"/>
          <p:cNvSpPr>
            <a:spLocks noGrp="1"/>
          </p:cNvSpPr>
          <p:nvPr>
            <p:ph type="ctrTitle" idx="2" hasCustomPrompt="1"/>
            <p:custDataLst>
              <p:tags r:id="rId9"/>
            </p:custDataLst>
          </p:nvPr>
        </p:nvSpPr>
        <p:spPr>
          <a:xfrm>
            <a:off x="4521236" y="2000603"/>
            <a:ext cx="6858000" cy="845820"/>
          </a:xfrm>
        </p:spPr>
        <p:txBody>
          <a:bodyPr vert="horz" wrap="square" lIns="0" tIns="0" rIns="0" bIns="0" rtlCol="0" anchor="b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500" b="1" i="0" u="none" strike="noStrike" kern="1200" cap="none" spc="500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10" name="图片 9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 (13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98080" y="1411524"/>
            <a:ext cx="4389120" cy="4034953"/>
          </a:xfrm>
          <a:prstGeom prst="rect">
            <a:avLst/>
          </a:prstGeom>
        </p:spPr>
      </p:pic>
      <p:pic>
        <p:nvPicPr>
          <p:cNvPr id="6" name="图片 5" descr="1 (11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7" name="图片 6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2" name="图片 1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12_画板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43" y="0"/>
            <a:ext cx="12171714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652270" y="1786364"/>
            <a:ext cx="8890064" cy="120015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000" b="1" i="0" u="none" strike="noStrike" kern="1200" cap="none" spc="10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94600" y="302400"/>
            <a:ext cx="11602796" cy="625318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4827588" cy="6868795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1080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12189600" cy="26603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5029200"/>
            <a:ext cx="12189600" cy="1828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12189600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69510" y="-1080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959400"/>
            <a:ext cx="12189600" cy="4939195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38461" y="5104461"/>
            <a:ext cx="1753527" cy="1753527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10802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12_画板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43" y="0"/>
            <a:ext cx="12171714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4"/>
          <p:cNvSpPr>
            <a:spLocks noGrp="1"/>
          </p:cNvSpPr>
          <p:nvPr>
            <p:ph type="subTitle" idx="3" hasCustomPrompt="1"/>
            <p:custDataLst>
              <p:tags r:id="rId4"/>
            </p:custDataLst>
          </p:nvPr>
        </p:nvSpPr>
        <p:spPr>
          <a:xfrm>
            <a:off x="1913068" y="2331700"/>
            <a:ext cx="8368467" cy="835709"/>
          </a:xfrm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4" name="标题 5"/>
          <p:cNvSpPr>
            <a:spLocks noGrp="1"/>
          </p:cNvSpPr>
          <p:nvPr>
            <p:ph type="ctrTitle" idx="2" hasCustomPrompt="1"/>
            <p:custDataLst>
              <p:tags r:id="rId5"/>
            </p:custDataLst>
          </p:nvPr>
        </p:nvSpPr>
        <p:spPr>
          <a:xfrm>
            <a:off x="1913069" y="1015980"/>
            <a:ext cx="8368467" cy="123063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7" name="图片 6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 (13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5153" y="1941853"/>
            <a:ext cx="3235350" cy="2974283"/>
          </a:xfrm>
          <a:prstGeom prst="rect">
            <a:avLst/>
          </a:prstGeom>
        </p:spPr>
      </p:pic>
      <p:pic>
        <p:nvPicPr>
          <p:cNvPr id="2" name="图片 1" descr="1 (11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pic>
        <p:nvPicPr>
          <p:cNvPr id="7" name="图片 6" descr="1 (12)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3" hasCustomPrompt="1"/>
            <p:custDataLst>
              <p:tags r:id="rId8"/>
            </p:custDataLst>
          </p:nvPr>
        </p:nvSpPr>
        <p:spPr>
          <a:xfrm>
            <a:off x="4521236" y="2976598"/>
            <a:ext cx="6857365" cy="825334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9" name="标题 3"/>
          <p:cNvSpPr>
            <a:spLocks noGrp="1"/>
          </p:cNvSpPr>
          <p:nvPr>
            <p:ph type="ctrTitle" idx="2" hasCustomPrompt="1"/>
            <p:custDataLst>
              <p:tags r:id="rId9"/>
            </p:custDataLst>
          </p:nvPr>
        </p:nvSpPr>
        <p:spPr>
          <a:xfrm>
            <a:off x="4521236" y="2000603"/>
            <a:ext cx="6858000" cy="845820"/>
          </a:xfrm>
        </p:spPr>
        <p:txBody>
          <a:bodyPr vert="horz" wrap="square" lIns="0" tIns="0" rIns="0" bIns="0" rtlCol="0" anchor="b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500" b="1" i="0" u="none" strike="noStrike" kern="1200" cap="none" spc="500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10" name="图片 9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 (13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98080" y="1411524"/>
            <a:ext cx="4389120" cy="4034953"/>
          </a:xfrm>
          <a:prstGeom prst="rect">
            <a:avLst/>
          </a:prstGeom>
        </p:spPr>
      </p:pic>
      <p:pic>
        <p:nvPicPr>
          <p:cNvPr id="6" name="图片 5" descr="1 (11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8" name="图片 7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7" name="图片 6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2" name="图片 1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标题-12_画板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143" y="0"/>
            <a:ext cx="12171714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652270" y="1786364"/>
            <a:ext cx="8890064" cy="1200150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000" b="1" i="0" u="none" strike="noStrike" kern="1200" cap="none" spc="10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 (1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471910" y="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94600" y="302400"/>
            <a:ext cx="11602796" cy="625318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4827588" cy="6868795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1080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12189600" cy="26603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5029200"/>
            <a:ext cx="12189600" cy="1828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1471910" y="-5379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12189600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69510" y="-10800"/>
            <a:ext cx="720090" cy="720090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137910"/>
            <a:ext cx="720090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959400"/>
            <a:ext cx="12189600" cy="4939195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8" name="图片 7" descr="1 (11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38461" y="5104461"/>
            <a:ext cx="1753527" cy="1753527"/>
          </a:xfrm>
          <a:prstGeom prst="rect">
            <a:avLst/>
          </a:prstGeom>
        </p:spPr>
      </p:pic>
      <p:pic>
        <p:nvPicPr>
          <p:cNvPr id="6" name="图片 5" descr="1 (12)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-10802"/>
            <a:ext cx="1753527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vmlDrawing" Target="../drawings/vmlDrawing5.vml"/><Relationship Id="rId27" Type="http://schemas.openxmlformats.org/officeDocument/2006/relationships/image" Target="../media/image13.png"/><Relationship Id="rId26" Type="http://schemas.openxmlformats.org/officeDocument/2006/relationships/image" Target="../media/image12.wmf"/><Relationship Id="rId25" Type="http://schemas.openxmlformats.org/officeDocument/2006/relationships/oleObject" Target="../embeddings/oleObject5.bin"/><Relationship Id="rId24" Type="http://schemas.openxmlformats.org/officeDocument/2006/relationships/tags" Target="../tags/tag179.xml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74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2" Type="http://schemas.openxmlformats.org/officeDocument/2006/relationships/theme" Target="../theme/theme2.xml"/><Relationship Id="rId21" Type="http://schemas.openxmlformats.org/officeDocument/2006/relationships/tags" Target="../tags/tag266.xml"/><Relationship Id="rId20" Type="http://schemas.openxmlformats.org/officeDocument/2006/relationships/tags" Target="../tags/tag265.xml"/><Relationship Id="rId2" Type="http://schemas.openxmlformats.org/officeDocument/2006/relationships/slideLayout" Target="../slideLayouts/slideLayout20.xml"/><Relationship Id="rId19" Type="http://schemas.openxmlformats.org/officeDocument/2006/relationships/tags" Target="../tags/tag264.xml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2" Type="http://schemas.openxmlformats.org/officeDocument/2006/relationships/theme" Target="../theme/theme3.xml"/><Relationship Id="rId21" Type="http://schemas.openxmlformats.org/officeDocument/2006/relationships/tags" Target="../tags/tag353.xml"/><Relationship Id="rId20" Type="http://schemas.openxmlformats.org/officeDocument/2006/relationships/tags" Target="../tags/tag352.xml"/><Relationship Id="rId2" Type="http://schemas.openxmlformats.org/officeDocument/2006/relationships/slideLayout" Target="../slideLayouts/slideLayout38.xml"/><Relationship Id="rId19" Type="http://schemas.openxmlformats.org/officeDocument/2006/relationships/tags" Target="../tags/tag351.xml"/><Relationship Id="rId18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510540"/>
            <a:ext cx="10852237" cy="441964"/>
          </a:xfrm>
          <a:prstGeom prst="rect">
            <a:avLst/>
          </a:prstGeom>
        </p:spPr>
        <p:txBody>
          <a:bodyPr vert="horz" lIns="100800" tIns="39600" rIns="75600" bIns="396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0800" tIns="0" rIns="8280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/>
          <p:cNvGraphicFramePr/>
          <p:nvPr userDrawn="1"/>
        </p:nvGraphicFramePr>
        <p:xfrm>
          <a:off x="0" y="0"/>
          <a:ext cx="1219263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25" imgW="11591290" imgH="1104900" progId="Paint.Picture">
                  <p:embed/>
                </p:oleObj>
              </mc:Choice>
              <mc:Fallback>
                <p:oleObj name="" r:id="rId25" imgW="11591290" imgH="1104900" progId="Paint.Picture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2192635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0" y="6350000"/>
            <a:ext cx="12192635" cy="50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(使用中文字体)"/>
          <a:ea typeface="隶书" panose="02010509060101010101" pitchFamily="49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(使用中文字体)"/>
          <a:ea typeface="隶书" panose="02010509060101010101" pitchFamily="49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隶书" panose="02010509060101010101" pitchFamily="49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(使用中文字体)"/>
          <a:ea typeface="隶书" panose="02010509060101010101" pitchFamily="49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(使用中文字体)"/>
          <a:ea typeface="隶书" panose="020105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" Type="http://schemas.openxmlformats.org/officeDocument/2006/relationships/tags" Target="../tags/tag35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7" Type="http://schemas.openxmlformats.org/officeDocument/2006/relationships/themeOverride" Target="../theme/themeOverride1.xml"/><Relationship Id="rId6" Type="http://schemas.openxmlformats.org/officeDocument/2006/relationships/tags" Target="../tags/tag361.xml"/><Relationship Id="rId5" Type="http://schemas.openxmlformats.org/officeDocument/2006/relationships/image" Target="../media/image28.png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7" Type="http://schemas.openxmlformats.org/officeDocument/2006/relationships/tags" Target="../tags/tag366.xml"/><Relationship Id="rId6" Type="http://schemas.openxmlformats.org/officeDocument/2006/relationships/image" Target="../media/image30.png"/><Relationship Id="rId5" Type="http://schemas.openxmlformats.org/officeDocument/2006/relationships/tags" Target="../tags/tag365.xml"/><Relationship Id="rId4" Type="http://schemas.openxmlformats.org/officeDocument/2006/relationships/image" Target="../media/image29.png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tags" Target="../tags/tag36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3.xml"/><Relationship Id="rId6" Type="http://schemas.openxmlformats.org/officeDocument/2006/relationships/tags" Target="../tags/tag370.xml"/><Relationship Id="rId5" Type="http://schemas.openxmlformats.org/officeDocument/2006/relationships/image" Target="../media/image32.png"/><Relationship Id="rId4" Type="http://schemas.openxmlformats.org/officeDocument/2006/relationships/tags" Target="../tags/tag369.xml"/><Relationship Id="rId3" Type="http://schemas.openxmlformats.org/officeDocument/2006/relationships/image" Target="../media/image31.png"/><Relationship Id="rId2" Type="http://schemas.openxmlformats.org/officeDocument/2006/relationships/tags" Target="../tags/tag368.xml"/><Relationship Id="rId1" Type="http://schemas.openxmlformats.org/officeDocument/2006/relationships/tags" Target="../tags/tag36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3.xml"/><Relationship Id="rId6" Type="http://schemas.openxmlformats.org/officeDocument/2006/relationships/tags" Target="../tags/tag374.xml"/><Relationship Id="rId5" Type="http://schemas.openxmlformats.org/officeDocument/2006/relationships/image" Target="../media/image34.png"/><Relationship Id="rId4" Type="http://schemas.openxmlformats.org/officeDocument/2006/relationships/tags" Target="../tags/tag373.xml"/><Relationship Id="rId3" Type="http://schemas.openxmlformats.org/officeDocument/2006/relationships/image" Target="../media/image33.png"/><Relationship Id="rId2" Type="http://schemas.openxmlformats.org/officeDocument/2006/relationships/tags" Target="../tags/tag372.xml"/><Relationship Id="rId1" Type="http://schemas.openxmlformats.org/officeDocument/2006/relationships/tags" Target="../tags/tag37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3.xml"/><Relationship Id="rId4" Type="http://schemas.openxmlformats.org/officeDocument/2006/relationships/tags" Target="../tags/tag377.xml"/><Relationship Id="rId3" Type="http://schemas.openxmlformats.org/officeDocument/2006/relationships/image" Target="../media/image35.png"/><Relationship Id="rId2" Type="http://schemas.openxmlformats.org/officeDocument/2006/relationships/tags" Target="../tags/tag376.xml"/><Relationship Id="rId1" Type="http://schemas.openxmlformats.org/officeDocument/2006/relationships/tags" Target="../tags/tag37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7.xml"/><Relationship Id="rId5" Type="http://schemas.openxmlformats.org/officeDocument/2006/relationships/tags" Target="../tags/tag380.xml"/><Relationship Id="rId4" Type="http://schemas.openxmlformats.org/officeDocument/2006/relationships/image" Target="../media/image37.png"/><Relationship Id="rId3" Type="http://schemas.openxmlformats.org/officeDocument/2006/relationships/tags" Target="../tags/tag379.xml"/><Relationship Id="rId2" Type="http://schemas.openxmlformats.org/officeDocument/2006/relationships/image" Target="../media/image36.png"/><Relationship Id="rId1" Type="http://schemas.openxmlformats.org/officeDocument/2006/relationships/tags" Target="../tags/tag378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7.xml"/><Relationship Id="rId6" Type="http://schemas.openxmlformats.org/officeDocument/2006/relationships/tags" Target="../tags/tag384.xml"/><Relationship Id="rId5" Type="http://schemas.openxmlformats.org/officeDocument/2006/relationships/image" Target="../media/image39.png"/><Relationship Id="rId4" Type="http://schemas.openxmlformats.org/officeDocument/2006/relationships/tags" Target="../tags/tag383.xml"/><Relationship Id="rId3" Type="http://schemas.openxmlformats.org/officeDocument/2006/relationships/image" Target="../media/image38.png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7.xml"/><Relationship Id="rId6" Type="http://schemas.openxmlformats.org/officeDocument/2006/relationships/tags" Target="../tags/tag388.xml"/><Relationship Id="rId5" Type="http://schemas.openxmlformats.org/officeDocument/2006/relationships/image" Target="../media/image41.png"/><Relationship Id="rId4" Type="http://schemas.openxmlformats.org/officeDocument/2006/relationships/tags" Target="../tags/tag387.xml"/><Relationship Id="rId3" Type="http://schemas.openxmlformats.org/officeDocument/2006/relationships/image" Target="../media/image40.png"/><Relationship Id="rId2" Type="http://schemas.openxmlformats.org/officeDocument/2006/relationships/tags" Target="../tags/tag386.xml"/><Relationship Id="rId1" Type="http://schemas.openxmlformats.org/officeDocument/2006/relationships/tags" Target="../tags/tag385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7.xml"/><Relationship Id="rId6" Type="http://schemas.openxmlformats.org/officeDocument/2006/relationships/tags" Target="../tags/tag392.xml"/><Relationship Id="rId5" Type="http://schemas.openxmlformats.org/officeDocument/2006/relationships/image" Target="../media/image43.png"/><Relationship Id="rId4" Type="http://schemas.openxmlformats.org/officeDocument/2006/relationships/tags" Target="../tags/tag391.xml"/><Relationship Id="rId3" Type="http://schemas.openxmlformats.org/officeDocument/2006/relationships/image" Target="../media/image42.png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7.xml"/><Relationship Id="rId6" Type="http://schemas.openxmlformats.org/officeDocument/2006/relationships/tags" Target="../tags/tag396.xml"/><Relationship Id="rId5" Type="http://schemas.openxmlformats.org/officeDocument/2006/relationships/image" Target="../media/image45.png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image" Target="../media/image44.png"/><Relationship Id="rId1" Type="http://schemas.openxmlformats.org/officeDocument/2006/relationships/tags" Target="../tags/tag393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3.xml"/><Relationship Id="rId5" Type="http://schemas.openxmlformats.org/officeDocument/2006/relationships/tags" Target="../tags/tag400.xml"/><Relationship Id="rId4" Type="http://schemas.openxmlformats.org/officeDocument/2006/relationships/image" Target="../media/image46.png"/><Relationship Id="rId3" Type="http://schemas.openxmlformats.org/officeDocument/2006/relationships/tags" Target="../tags/tag399.xml"/><Relationship Id="rId2" Type="http://schemas.openxmlformats.org/officeDocument/2006/relationships/tags" Target="../tags/tag398.xml"/><Relationship Id="rId1" Type="http://schemas.openxmlformats.org/officeDocument/2006/relationships/tags" Target="../tags/tag397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3.xml"/><Relationship Id="rId5" Type="http://schemas.openxmlformats.org/officeDocument/2006/relationships/tags" Target="../tags/tag404.xml"/><Relationship Id="rId4" Type="http://schemas.openxmlformats.org/officeDocument/2006/relationships/image" Target="../media/image47.png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tags" Target="../tags/tag40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7" Type="http://schemas.openxmlformats.org/officeDocument/2006/relationships/tags" Target="../tags/tag40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tags" Target="../tags/tag406.xml"/><Relationship Id="rId1" Type="http://schemas.openxmlformats.org/officeDocument/2006/relationships/tags" Target="../tags/tag405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3.xml"/><Relationship Id="rId5" Type="http://schemas.openxmlformats.org/officeDocument/2006/relationships/tags" Target="../tags/tag410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tags" Target="../tags/tag409.xml"/><Relationship Id="rId1" Type="http://schemas.openxmlformats.org/officeDocument/2006/relationships/tags" Target="../tags/tag40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7" Type="http://schemas.openxmlformats.org/officeDocument/2006/relationships/tags" Target="../tags/tag41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tags" Target="../tags/tag412.xml"/><Relationship Id="rId1" Type="http://schemas.openxmlformats.org/officeDocument/2006/relationships/tags" Target="../tags/tag411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3.xml"/><Relationship Id="rId5" Type="http://schemas.openxmlformats.org/officeDocument/2006/relationships/tags" Target="../tags/tag416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tags" Target="../tags/tag415.xml"/><Relationship Id="rId1" Type="http://schemas.openxmlformats.org/officeDocument/2006/relationships/tags" Target="../tags/tag41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9.xml"/><Relationship Id="rId3" Type="http://schemas.openxmlformats.org/officeDocument/2006/relationships/tags" Target="../tags/tag419.xml"/><Relationship Id="rId2" Type="http://schemas.openxmlformats.org/officeDocument/2006/relationships/tags" Target="../tags/tag418.xml"/><Relationship Id="rId1" Type="http://schemas.openxmlformats.org/officeDocument/2006/relationships/tags" Target="../tags/tag4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3"/>
            <p:custDataLst>
              <p:tags r:id="rId1"/>
            </p:custDataLst>
          </p:nvPr>
        </p:nvSpPr>
        <p:spPr>
          <a:xfrm>
            <a:off x="2025015" y="1614805"/>
            <a:ext cx="8368665" cy="4219575"/>
          </a:xfrm>
        </p:spPr>
        <p:txBody>
          <a:bodyPr>
            <a:normAutofit/>
          </a:bodyPr>
          <a:lstStyle/>
          <a:p>
            <a:pPr algn="l">
              <a:lnSpc>
                <a:spcPct val="140000"/>
              </a:lnSpc>
              <a:buNone/>
            </a:pP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  <a:buNone/>
            </a:pP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1.Keil5</a:t>
            </a:r>
            <a:endParaRPr lang="en-US" altLang="zh-CN" sz="2800" b="1" spc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40000"/>
              </a:lnSpc>
              <a:buNone/>
            </a:pP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2.CH340</a:t>
            </a:r>
            <a:r>
              <a:rPr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驱动</a:t>
            </a:r>
            <a:endParaRPr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  <a:buNone/>
            </a:pP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3.STM32</a:t>
            </a:r>
            <a:r>
              <a:rPr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串口下载软件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(FLYMCU)</a:t>
            </a: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  <a:buNone/>
            </a:pP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</a:t>
            </a:r>
            <a:r>
              <a:rPr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串口调试助手</a:t>
            </a:r>
            <a:endParaRPr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  <a:buNone/>
            </a:pP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</a:t>
            </a:r>
            <a:r>
              <a:rPr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新建工程</a:t>
            </a: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 idx="2"/>
            <p:custDataLst>
              <p:tags r:id="rId2"/>
            </p:custDataLst>
          </p:nvPr>
        </p:nvSpPr>
        <p:spPr>
          <a:xfrm>
            <a:off x="863600" y="293370"/>
            <a:ext cx="9769475" cy="86169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4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环境和平台</a:t>
            </a:r>
            <a:endParaRPr sz="44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2"/>
            </p:custDataLst>
          </p:nvPr>
        </p:nvCxnSpPr>
        <p:spPr>
          <a:xfrm>
            <a:off x="5232675" y="1566204"/>
            <a:ext cx="0" cy="4328819"/>
          </a:xfrm>
          <a:prstGeom prst="line">
            <a:avLst/>
          </a:prstGeom>
          <a:ln>
            <a:solidFill>
              <a:schemeClr val="lt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60839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altLang="zh-CN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1.Keil5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简介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2770" y="1180465"/>
            <a:ext cx="427545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（Keil C51是美国Keil Software公司出品的51系列兼容单片机C语言软件开发系统，与汇编相比，C语言在功能上、结构性、可读性、可维护性上有明显的优势，因而易学易用。Keil提供了包括C编译器、宏汇编、链接器、库管理和一个功能强大的仿真调试器等在内的完整开发方案，通过一个集成开发环境（μVision）将这些部分组合在一起。运行Keil软件需要WIN98、NT、WIN2000、WINXP等操作系统。如果你使用C语言编程，那么Keil几乎就是你的不二之选，即使不使用C语言而仅用汇编语言编程，其方便易用的集成环境、强大的软件仿真调试工具也会令你事半功倍。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848225" y="914400"/>
            <a:ext cx="7343775" cy="4219575"/>
          </a:xfrm>
          <a:prstGeom prst="rect">
            <a:avLst/>
          </a:prstGeom>
        </p:spPr>
      </p:pic>
    </p:spTree>
    <p:custDataLst>
      <p:tags r:id="rId6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609034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altLang="zh-CN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3.KEIL5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安装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76605" y="1087755"/>
            <a:ext cx="5080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1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第一步：</a:t>
            </a:r>
            <a:r>
              <a:rPr lang="zh-CN" b="1">
                <a:solidFill>
                  <a:srgbClr val="4D4D4D"/>
                </a:solidFill>
                <a:ea typeface="宋体" panose="02010600030101010101" pitchFamily="2" charset="-122"/>
              </a:rPr>
              <a:t>双击安装包，进入安装向导界面，点击</a:t>
            </a:r>
            <a:r>
              <a:rPr lang="en-US" b="1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Next</a:t>
            </a:r>
            <a:endParaRPr lang="en-US" altLang="en-US" b="1">
              <a:solidFill>
                <a:srgbClr val="4D4D4D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36625" y="1858010"/>
            <a:ext cx="5072380" cy="31540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936740" y="1087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第二步：选择同意协议，然后下一步</a:t>
            </a:r>
            <a:endParaRPr lang="zh-CN" altLang="en-US"/>
          </a:p>
        </p:txBody>
      </p:sp>
      <p:pic>
        <p:nvPicPr>
          <p:cNvPr id="4" name="图片 -214748260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489065" y="1836420"/>
            <a:ext cx="5094605" cy="29921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79400" y="1041718"/>
            <a:ext cx="50800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第三步：</a:t>
            </a:r>
            <a:r>
              <a:rPr lang="zh-CN" sz="2100" b="1">
                <a:solidFill>
                  <a:srgbClr val="4D4D4D"/>
                </a:solidFill>
                <a:ea typeface="宋体" panose="02010600030101010101" pitchFamily="2" charset="-122"/>
              </a:rPr>
              <a:t>选择软件和支持包安装路径（可以默认），点击Next。</a:t>
            </a:r>
            <a:endParaRPr lang="zh-CN" altLang="en-US" sz="2100" b="1">
              <a:solidFill>
                <a:srgbClr val="4D4D4D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-21474826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9400" y="2362200"/>
            <a:ext cx="5407660" cy="32181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430010" y="104203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第四步：填写基本信息，然后选择下一步。（可随意填全写1也行）</a:t>
            </a:r>
            <a:endParaRPr lang="zh-CN" altLang="en-US"/>
          </a:p>
        </p:txBody>
      </p:sp>
      <p:pic>
        <p:nvPicPr>
          <p:cNvPr id="4" name="图片 -21474826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715760" y="2362200"/>
            <a:ext cx="4989195" cy="29533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08915" y="990918"/>
            <a:ext cx="5080000" cy="737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第五步：</a:t>
            </a:r>
            <a:r>
              <a:rPr lang="zh-CN" sz="2100" b="1">
                <a:solidFill>
                  <a:srgbClr val="4D4D4D"/>
                </a:solidFill>
                <a:ea typeface="宋体" panose="02010600030101010101" pitchFamily="2" charset="-122"/>
              </a:rPr>
              <a:t>安装过程中，弹出如下窗口，选择安装。</a:t>
            </a:r>
            <a:endParaRPr lang="zh-CN" altLang="en-US" sz="2100" b="1">
              <a:solidFill>
                <a:srgbClr val="4D4D4D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-21474826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03225" y="2015490"/>
            <a:ext cx="5236210" cy="24301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979795" y="1091565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第六步：</a:t>
            </a:r>
            <a:r>
              <a:rPr lang="zh-CN" sz="2100" b="1">
                <a:solidFill>
                  <a:srgbClr val="4D4D4D"/>
                </a:solidFill>
                <a:ea typeface="宋体" panose="02010600030101010101" pitchFamily="2" charset="-122"/>
              </a:rPr>
              <a:t>点击Finish，完成安装。</a:t>
            </a:r>
            <a:endParaRPr lang="zh-CN" altLang="en-US" sz="2100" b="1">
              <a:solidFill>
                <a:srgbClr val="4D4D4D"/>
              </a:solidFill>
              <a:ea typeface="宋体" panose="02010600030101010101" pitchFamily="2" charset="-122"/>
            </a:endParaRPr>
          </a:p>
        </p:txBody>
      </p:sp>
      <p:pic>
        <p:nvPicPr>
          <p:cNvPr id="4" name="图片 -214748260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57645" y="2079625"/>
            <a:ext cx="4582160" cy="27628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24840" y="1014730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第七步：破解软件，右击软件以管理员身份运行。第八步；</a:t>
            </a:r>
            <a:r>
              <a:rPr lang="en-US" sz="2100" b="1">
                <a:solidFill>
                  <a:srgbClr val="4D4D4D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sz="2100" b="1">
                <a:solidFill>
                  <a:srgbClr val="4D4D4D"/>
                </a:solidFill>
                <a:ea typeface="宋体" panose="02010600030101010101" pitchFamily="2" charset="-122"/>
              </a:rPr>
              <a:t>打开注册管理窗口（File -&gt; License Management），并复制CID。</a:t>
            </a:r>
            <a:endParaRPr lang="zh-CN" altLang="en-US" sz="2100" b="1">
              <a:solidFill>
                <a:srgbClr val="4D4D4D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-214748260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81125" y="2204720"/>
            <a:ext cx="5667375" cy="424307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502920" y="574675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第九步：</a:t>
            </a:r>
            <a:r>
              <a:rPr lang="zh-CN" sz="2100" b="1">
                <a:solidFill>
                  <a:srgbClr val="4D4D4D"/>
                </a:solidFill>
                <a:ea typeface="宋体" panose="02010600030101010101" pitchFamily="2" charset="-122"/>
              </a:rPr>
              <a:t>打开注册机，执行如下一步。</a:t>
            </a:r>
            <a:endParaRPr lang="zh-CN" altLang="en-US" sz="2100" b="1">
              <a:solidFill>
                <a:srgbClr val="4D4D4D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-214748260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87438" y="1679575"/>
            <a:ext cx="3119755" cy="38430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5582920" y="574675"/>
            <a:ext cx="5080000" cy="414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latin typeface="Calibri" panose="020F0502020204030204" charset="0"/>
                <a:ea typeface="宋体" panose="02010600030101010101" pitchFamily="2" charset="-122"/>
              </a:rPr>
              <a:t>第十步：</a:t>
            </a:r>
            <a:r>
              <a:rPr lang="zh-CN" sz="2100" b="1">
                <a:solidFill>
                  <a:srgbClr val="4D4D4D"/>
                </a:solidFill>
                <a:ea typeface="宋体" panose="02010600030101010101" pitchFamily="2" charset="-122"/>
              </a:rPr>
              <a:t>将注册码添加到注册窗口中</a:t>
            </a:r>
            <a:endParaRPr lang="zh-CN" altLang="en-US" sz="2100" b="1">
              <a:solidFill>
                <a:srgbClr val="4D4D4D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-214748260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65165" y="1876425"/>
            <a:ext cx="4535170" cy="34499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Title 6"/>
          <p:cNvSpPr txBox="1"/>
          <p:nvPr>
            <p:custDataLst>
              <p:tags r:id="rId1"/>
            </p:custDataLst>
          </p:nvPr>
        </p:nvSpPr>
        <p:spPr>
          <a:xfrm>
            <a:off x="53727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altLang="zh-CN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2.CH340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驱动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安装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56945" y="1536065"/>
            <a:ext cx="4861560" cy="16154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36980" y="1202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双击</a:t>
            </a:r>
            <a:r>
              <a:rPr lang="en-US" altLang="zh-CN"/>
              <a:t>SETUP.EXE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32650" y="1664970"/>
            <a:ext cx="3954780" cy="25755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32650" y="1296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点击安装，显示安装完成</a:t>
            </a:r>
            <a:r>
              <a:rPr lang="zh-CN" altLang="en-US"/>
              <a:t>即可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Title 6"/>
          <p:cNvSpPr txBox="1"/>
          <p:nvPr>
            <p:custDataLst>
              <p:tags r:id="rId1"/>
            </p:custDataLst>
          </p:nvPr>
        </p:nvSpPr>
        <p:spPr>
          <a:xfrm>
            <a:off x="53727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altLang="zh-CN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STM32串口下载软件（FLYMCU）</a:t>
            </a:r>
            <a:endParaRPr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93445" y="1539240"/>
            <a:ext cx="4331335" cy="14528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93445" y="1087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双击</a:t>
            </a:r>
            <a:r>
              <a:rPr lang="en-US" altLang="zh-CN"/>
              <a:t>F</a:t>
            </a:r>
            <a:r>
              <a:rPr lang="en-US" altLang="zh-CN"/>
              <a:t>lyMcu.exe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62600" y="1655445"/>
            <a:ext cx="6629400" cy="41148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Title 6"/>
          <p:cNvSpPr txBox="1"/>
          <p:nvPr>
            <p:custDataLst>
              <p:tags r:id="rId1"/>
            </p:custDataLst>
          </p:nvPr>
        </p:nvSpPr>
        <p:spPr>
          <a:xfrm>
            <a:off x="53727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altLang="zh-CN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4.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串口调试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助手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3420" y="1474470"/>
            <a:ext cx="3360420" cy="13030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50900" y="1049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双击串口调试</a:t>
            </a:r>
            <a:r>
              <a:rPr lang="zh-CN" altLang="en-US"/>
              <a:t>助手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352925" y="1049655"/>
            <a:ext cx="7543800" cy="5715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/>
          <p:nvPr>
            <p:ph type="subTitle" idx="3"/>
            <p:custDataLst>
              <p:tags r:id="rId1"/>
            </p:custDataLst>
          </p:nvPr>
        </p:nvSpPr>
        <p:spPr>
          <a:xfrm>
            <a:off x="972820" y="3697605"/>
            <a:ext cx="8368665" cy="975360"/>
          </a:xfrm>
        </p:spPr>
        <p:txBody>
          <a:bodyPr>
            <a:normAutofit lnSpcReduction="20000"/>
          </a:bodyPr>
          <a:p>
            <a:pPr algn="l">
              <a:lnSpc>
                <a:spcPct val="140000"/>
              </a:lnSpc>
              <a:buNone/>
            </a:pPr>
            <a:r>
              <a:rPr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第一步：点击</a:t>
            </a:r>
            <a:r>
              <a:rPr lang="en-US" altLang="zh-CN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Project</a:t>
            </a:r>
            <a:r>
              <a:rPr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创建一个新项目</a:t>
            </a: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40000"/>
              </a:lnSpc>
            </a:pPr>
            <a:endParaRPr lang="en-US" altLang="zh-CN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865" y="4327525"/>
            <a:ext cx="6134100" cy="2190750"/>
          </a:xfrm>
          <a:prstGeom prst="rect">
            <a:avLst/>
          </a:prstGeom>
        </p:spPr>
      </p:pic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53727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altLang="zh-CN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5.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创建</a:t>
            </a:r>
            <a:r>
              <a:rPr altLang="zh-CN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keil5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工程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67865" y="1724025"/>
            <a:ext cx="4472940" cy="19735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67865" y="110045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先创建一个</a:t>
            </a:r>
            <a:r>
              <a:rPr lang="zh-CN" altLang="en-US" sz="2800"/>
              <a:t>如下文件夹</a:t>
            </a:r>
            <a:endParaRPr lang="zh-CN" altLang="en-US" sz="2800"/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2"/>
            </p:custDataLst>
          </p:nvPr>
        </p:nvCxnSpPr>
        <p:spPr>
          <a:xfrm>
            <a:off x="5232675" y="1566204"/>
            <a:ext cx="0" cy="4328819"/>
          </a:xfrm>
          <a:prstGeom prst="line">
            <a:avLst/>
          </a:prstGeom>
          <a:ln>
            <a:solidFill>
              <a:schemeClr val="lt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6"/>
          <p:cNvSpPr txBox="1"/>
          <p:nvPr>
            <p:custDataLst>
              <p:tags r:id="rId3"/>
            </p:custDataLst>
          </p:nvPr>
        </p:nvSpPr>
        <p:spPr>
          <a:xfrm>
            <a:off x="60839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  <a:scene3d>
              <a:camera prst="orthographicFront"/>
              <a:lightRig rig="threePt" dir="t"/>
            </a:scene3d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第二步：项目名和保存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路径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2770" y="1180465"/>
            <a:ext cx="42754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注意：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保存路径尽量保存再一个统一的</a:t>
            </a:r>
            <a:r>
              <a:rPr lang="zh-CN" altLang="en-US"/>
              <a:t>文件夹。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文件名尽量为英文，避免因中文出现的不必要错误（外国</a:t>
            </a:r>
            <a:r>
              <a:rPr lang="zh-CN" altLang="en-US"/>
              <a:t>软件）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285" y="1180465"/>
            <a:ext cx="6372225" cy="4552950"/>
          </a:xfrm>
          <a:prstGeom prst="rect">
            <a:avLst/>
          </a:prstGeom>
        </p:spPr>
      </p:pic>
    </p:spTree>
    <p:custDataLst>
      <p:tags r:id="rId5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08399" y="1371600"/>
            <a:ext cx="10974649" cy="45720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127000" dist="38100" dir="5400000" algn="t" rotWithShape="0">
              <a:schemeClr val="dk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1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charset="-122"/>
              <a:ea typeface="楷体" panose="02010609060101010101" charset="-122"/>
              <a:cs typeface="+mn-cs"/>
            </a:endParaRPr>
          </a:p>
        </p:txBody>
      </p:sp>
      <p:sp>
        <p:nvSpPr>
          <p:cNvPr id="16" name="Title 6"/>
          <p:cNvSpPr txBox="1"/>
          <p:nvPr>
            <p:custDataLst>
              <p:tags r:id="rId3"/>
            </p:custDataLst>
          </p:nvPr>
        </p:nvSpPr>
        <p:spPr>
          <a:xfrm>
            <a:off x="609034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第三步：选择单片机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型号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920" y="1371600"/>
            <a:ext cx="6000750" cy="4486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03275" y="1948180"/>
            <a:ext cx="46970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单片机是什么型号就在里面选择什么型号，我们使用的</a:t>
            </a:r>
            <a:r>
              <a:rPr lang="en-US" altLang="zh-CN"/>
              <a:t>STM32F103C8T6</a:t>
            </a:r>
            <a:r>
              <a:rPr lang="zh-CN" altLang="en-US"/>
              <a:t>，所以选择图品中所选中的型号。然后点击</a:t>
            </a:r>
            <a:r>
              <a:rPr lang="en-US" altLang="zh-CN"/>
              <a:t>OK</a:t>
            </a:r>
            <a:r>
              <a:rPr lang="zh-CN" altLang="en-US"/>
              <a:t>。弹出一个界面再点击</a:t>
            </a:r>
            <a:r>
              <a:rPr lang="en-US" altLang="zh-CN"/>
              <a:t>OK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60839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第四步：添加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文件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60" y="999490"/>
            <a:ext cx="54533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将CORE、STM32F10X_FWLib、SYSTEM</a:t>
            </a:r>
            <a:r>
              <a:rPr lang="en-US" altLang="zh-CN"/>
              <a:t>3</a:t>
            </a:r>
            <a:r>
              <a:rPr lang="zh-CN" altLang="en-US"/>
              <a:t>个系统程序包添加到</a:t>
            </a:r>
            <a:r>
              <a:rPr lang="zh-CN" altLang="en-US"/>
              <a:t>工程：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鼠标右键</a:t>
            </a:r>
            <a:r>
              <a:rPr lang="en-US" altLang="zh-CN"/>
              <a:t>Target1</a:t>
            </a:r>
            <a:r>
              <a:rPr lang="zh-CN" altLang="en-US"/>
              <a:t>，选择右图光标选中图像，进入下图界面，添加最后如下图，点击</a:t>
            </a:r>
            <a:r>
              <a:rPr lang="en-US" altLang="zh-CN"/>
              <a:t>OK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305" y="999490"/>
            <a:ext cx="3771900" cy="20478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3935"/>
            <a:ext cx="5934075" cy="6381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" y="4607560"/>
            <a:ext cx="6029325" cy="1504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3285490"/>
            <a:ext cx="5867400" cy="353123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609034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第五步：添加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路径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155" y="1015365"/>
            <a:ext cx="5774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点击上方工具栏中魔术棒选项出现右图弹窗，选择</a:t>
            </a:r>
            <a:r>
              <a:rPr lang="en-US" altLang="zh-CN"/>
              <a:t>Output</a:t>
            </a:r>
            <a:r>
              <a:rPr lang="zh-CN" altLang="en-US"/>
              <a:t>选项，勾选操作如下图：</a:t>
            </a:r>
            <a:r>
              <a:rPr lang="en-US" altLang="zh-CN"/>
              <a:t>  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5" y="1914525"/>
            <a:ext cx="5139690" cy="43910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85815" y="1031240"/>
            <a:ext cx="6273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选择</a:t>
            </a:r>
            <a:r>
              <a:rPr lang="en-US" altLang="zh-CN"/>
              <a:t>C/C++</a:t>
            </a:r>
            <a:r>
              <a:rPr lang="zh-CN" altLang="en-US"/>
              <a:t>选项，在</a:t>
            </a:r>
            <a:r>
              <a:rPr lang="en-US" altLang="zh-CN"/>
              <a:t>Define</a:t>
            </a:r>
            <a:r>
              <a:rPr lang="zh-CN" altLang="en-US"/>
              <a:t>一栏</a:t>
            </a:r>
            <a:r>
              <a:rPr lang="zh-CN" altLang="en-US"/>
              <a:t>填写</a:t>
            </a:r>
            <a:endParaRPr lang="zh-CN" altLang="en-US"/>
          </a:p>
          <a:p>
            <a:r>
              <a:rPr lang="zh-CN" altLang="en-US"/>
              <a:t>STM32F10X_MD,USE_STDPERIPH_DRIVER</a:t>
            </a:r>
            <a:r>
              <a:rPr lang="en-US" altLang="zh-CN"/>
              <a:t>   MD</a:t>
            </a:r>
            <a:r>
              <a:rPr lang="zh-CN" altLang="en-US"/>
              <a:t>的意思为该单片机型号为中型</a:t>
            </a:r>
            <a:r>
              <a:rPr lang="zh-CN" altLang="en-US"/>
              <a:t>容量。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815" y="1914525"/>
            <a:ext cx="5962650" cy="45053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609034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第五步：添加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路径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4155" y="1015365"/>
            <a:ext cx="5774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en-US" altLang="zh-CN">
                <a:sym typeface="+mn-ea"/>
              </a:rPr>
              <a:t>C/C++</a:t>
            </a:r>
            <a:r>
              <a:rPr lang="zh-CN" altLang="en-US">
                <a:sym typeface="+mn-ea"/>
              </a:rPr>
              <a:t>选项，在</a:t>
            </a:r>
            <a:r>
              <a:rPr lang="en-US" altLang="zh-CN">
                <a:sym typeface="+mn-ea"/>
              </a:rPr>
              <a:t>Define</a:t>
            </a:r>
            <a:r>
              <a:rPr lang="zh-CN" altLang="en-US">
                <a:sym typeface="+mn-ea"/>
              </a:rPr>
              <a:t>一栏填写完成之后，在</a:t>
            </a:r>
            <a:r>
              <a:rPr lang="en-US" altLang="zh-CN">
                <a:sym typeface="+mn-ea"/>
              </a:rPr>
              <a:t>include Paths</a:t>
            </a:r>
            <a:r>
              <a:rPr lang="en-US" altLang="zh-CN"/>
              <a:t> </a:t>
            </a:r>
            <a:r>
              <a:rPr lang="zh-CN" altLang="en-US"/>
              <a:t>一栏，点击</a:t>
            </a:r>
            <a:r>
              <a:rPr lang="en-US" altLang="zh-CN"/>
              <a:t>...</a:t>
            </a:r>
            <a:r>
              <a:rPr lang="zh-CN" altLang="en-US"/>
              <a:t>按钮，添加路径如</a:t>
            </a:r>
            <a:r>
              <a:rPr lang="zh-CN" altLang="en-US"/>
              <a:t>右：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885815" y="1031240"/>
            <a:ext cx="6273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第一：添加</a:t>
            </a:r>
            <a:r>
              <a:rPr lang="en-US" altLang="zh-CN"/>
              <a:t>CORE</a:t>
            </a:r>
            <a:r>
              <a:rPr lang="zh-CN" altLang="en-US"/>
              <a:t>的路径</a:t>
            </a:r>
            <a:r>
              <a:rPr lang="en-US" altLang="zh-CN"/>
              <a:t>  </a:t>
            </a:r>
            <a:r>
              <a:rPr lang="zh-CN" altLang="en-US"/>
              <a:t>双击空白部分点击</a:t>
            </a:r>
            <a:r>
              <a:rPr lang="en-US" altLang="zh-CN"/>
              <a:t>...</a:t>
            </a:r>
            <a:r>
              <a:rPr lang="zh-CN" altLang="en-US"/>
              <a:t>按钮</a:t>
            </a:r>
            <a:r>
              <a:rPr lang="zh-CN" altLang="en-US"/>
              <a:t>添加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5" y="2070100"/>
            <a:ext cx="5448935" cy="45053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845" y="1443990"/>
            <a:ext cx="4762500" cy="7334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918835" y="2428875"/>
            <a:ext cx="6273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第二：</a:t>
            </a:r>
            <a:r>
              <a:rPr lang="zh-CN" altLang="en-US"/>
              <a:t>继续添加</a:t>
            </a:r>
            <a:r>
              <a:rPr lang="en-US" altLang="zh-CN"/>
              <a:t>FWLIB</a:t>
            </a:r>
            <a:r>
              <a:rPr lang="zh-CN" altLang="en-US"/>
              <a:t>的路径</a:t>
            </a:r>
            <a:r>
              <a:rPr lang="en-US" altLang="zh-CN"/>
              <a:t>  </a:t>
            </a:r>
            <a:r>
              <a:rPr lang="zh-CN" altLang="en-US"/>
              <a:t>双击空白部分点击</a:t>
            </a:r>
            <a:r>
              <a:rPr lang="en-US" altLang="zh-CN"/>
              <a:t>...</a:t>
            </a:r>
            <a:r>
              <a:rPr lang="zh-CN" altLang="en-US"/>
              <a:t>按钮</a:t>
            </a:r>
            <a:r>
              <a:rPr lang="zh-CN" altLang="en-US"/>
              <a:t>添加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370" y="2860040"/>
            <a:ext cx="4752975" cy="981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08370" y="4138295"/>
            <a:ext cx="6273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</a:t>
            </a:r>
            <a:r>
              <a:rPr lang="zh-CN" altLang="en-US"/>
              <a:t>三：</a:t>
            </a:r>
            <a:r>
              <a:rPr lang="zh-CN" altLang="en-US"/>
              <a:t>继续添加</a:t>
            </a:r>
            <a:r>
              <a:rPr lang="en-US" altLang="zh-CN"/>
              <a:t>SYSTEM</a:t>
            </a:r>
            <a:r>
              <a:rPr lang="zh-CN" altLang="en-US"/>
              <a:t>的路径</a:t>
            </a:r>
            <a:r>
              <a:rPr lang="en-US" altLang="zh-CN"/>
              <a:t>  </a:t>
            </a:r>
            <a:r>
              <a:rPr lang="zh-CN" altLang="en-US"/>
              <a:t>双击空白部分点击</a:t>
            </a:r>
            <a:r>
              <a:rPr lang="en-US" altLang="zh-CN"/>
              <a:t>...</a:t>
            </a:r>
            <a:r>
              <a:rPr lang="zh-CN" altLang="en-US"/>
              <a:t>按钮</a:t>
            </a:r>
            <a:r>
              <a:rPr lang="zh-CN" altLang="en-US"/>
              <a:t>添加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8370" y="4904105"/>
            <a:ext cx="4772025" cy="135255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Title 6"/>
          <p:cNvSpPr txBox="1"/>
          <p:nvPr>
            <p:custDataLst>
              <p:tags r:id="rId2"/>
            </p:custDataLst>
          </p:nvPr>
        </p:nvSpPr>
        <p:spPr>
          <a:xfrm>
            <a:off x="608399" y="153000"/>
            <a:ext cx="10974649" cy="60840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90000" tIns="46800" rIns="90000" bIns="46800" anchor="b" anchorCtr="0">
            <a:normAutofit lnSpcReduction="10000"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第六步：添加</a:t>
            </a:r>
            <a:r>
              <a:rPr lang="zh-CN" altLang="en-US" sz="32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核心文件</a:t>
            </a:r>
            <a:endParaRPr lang="zh-CN" altLang="en-US" sz="32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" y="5160645"/>
            <a:ext cx="5924550" cy="1219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7840" y="914400"/>
            <a:ext cx="587057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将下图</a:t>
            </a:r>
            <a:r>
              <a:rPr lang="en-US" altLang="zh-CN"/>
              <a:t>6</a:t>
            </a:r>
            <a:r>
              <a:rPr lang="zh-CN" altLang="en-US"/>
              <a:t>个文件添加到项目根目录下，并将其路径添加</a:t>
            </a:r>
            <a:r>
              <a:rPr lang="en-US" altLang="zh-CN"/>
              <a:t>(</a:t>
            </a:r>
            <a:r>
              <a:rPr lang="zh-CN" altLang="en-US"/>
              <a:t>参考上面几步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注意：</a:t>
            </a:r>
            <a:endParaRPr lang="zh-CN" altLang="en-US"/>
          </a:p>
          <a:p>
            <a:r>
              <a:rPr lang="en-US" altLang="zh-CN"/>
              <a:t>	CORE</a:t>
            </a:r>
            <a:r>
              <a:rPr lang="zh-CN" altLang="en-US"/>
              <a:t>文件里的一个</a:t>
            </a:r>
            <a:r>
              <a:rPr lang="en-US" altLang="zh-CN"/>
              <a:t>.s</a:t>
            </a:r>
            <a:r>
              <a:rPr lang="zh-CN" altLang="en-US"/>
              <a:t>文件也要添加，这是个启动文件。里面是使用汇编语言写好的基本程序，当STM32 芯片上电启动的时候，受限会执行这里的汇编程序，从而建立起来C 语言的运行环境，所以我们把这个文件称为启动文件。如果不加入程序会编译</a:t>
            </a:r>
            <a:r>
              <a:rPr lang="zh-CN" altLang="en-US"/>
              <a:t>错误。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值得注意的是我们使用的是大容量</a:t>
            </a:r>
            <a:r>
              <a:rPr lang="en-US" altLang="zh-CN"/>
              <a:t>hd.s</a:t>
            </a:r>
            <a:r>
              <a:rPr lang="zh-CN" altLang="en-US"/>
              <a:t>启动文件，我们的</a:t>
            </a:r>
            <a:r>
              <a:rPr lang="en-US" altLang="zh-CN"/>
              <a:t>c8t6</a:t>
            </a:r>
            <a:r>
              <a:rPr lang="zh-CN" altLang="en-US"/>
              <a:t>为中容量芯片，应该用中容量</a:t>
            </a:r>
            <a:r>
              <a:rPr lang="en-US" altLang="zh-CN"/>
              <a:t>md.s</a:t>
            </a:r>
            <a:r>
              <a:rPr lang="zh-CN" altLang="en-US"/>
              <a:t>启动文件。但</a:t>
            </a:r>
            <a:r>
              <a:rPr lang="en-US" altLang="zh-CN"/>
              <a:t>f103</a:t>
            </a:r>
            <a:r>
              <a:rPr lang="zh-CN" altLang="en-US"/>
              <a:t>系列启动文件内核大致相同，</a:t>
            </a:r>
            <a:r>
              <a:rPr lang="en-US" altLang="zh-CN">
                <a:sym typeface="+mn-ea"/>
              </a:rPr>
              <a:t>c8t6</a:t>
            </a:r>
            <a:r>
              <a:rPr lang="zh-CN" altLang="en-US">
                <a:sym typeface="+mn-ea"/>
              </a:rPr>
              <a:t>与其</a:t>
            </a:r>
            <a:r>
              <a:rPr lang="zh-CN" altLang="en-US"/>
              <a:t>不同的是仅仅为容量大小不同，所以这里使用</a:t>
            </a:r>
            <a:r>
              <a:rPr lang="zh-CN" altLang="en-US">
                <a:sym typeface="+mn-ea"/>
              </a:rPr>
              <a:t>大容量</a:t>
            </a:r>
            <a:r>
              <a:rPr lang="en-US" altLang="zh-CN">
                <a:sym typeface="+mn-ea"/>
              </a:rPr>
              <a:t>hd.s</a:t>
            </a:r>
            <a:r>
              <a:rPr lang="zh-CN" altLang="en-US">
                <a:sym typeface="+mn-ea"/>
              </a:rPr>
              <a:t>启动文件</a:t>
            </a:r>
            <a:r>
              <a:rPr lang="zh-CN" altLang="en-US">
                <a:sym typeface="+mn-ea"/>
              </a:rPr>
              <a:t>也可以。</a:t>
            </a:r>
            <a:endParaRPr lang="zh-CN" altLang="en-US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990" y="2232660"/>
            <a:ext cx="1981200" cy="6000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652270" y="1786364"/>
            <a:ext cx="8890064" cy="1563624"/>
          </a:xfrm>
        </p:spPr>
        <p:txBody>
          <a:bodyPr wrap="square">
            <a:normAutofit fontScale="9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>
                <a:solidFill>
                  <a:schemeClr val="dk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引领技术人生</a:t>
            </a:r>
            <a:endParaRPr lang="zh-CN" altLang="en-US" sz="5400">
              <a:solidFill>
                <a:schemeClr val="dk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400">
                <a:solidFill>
                  <a:schemeClr val="dk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成就辉煌未来</a:t>
            </a:r>
            <a:endParaRPr lang="zh-CN" altLang="en-US" sz="5400">
              <a:solidFill>
                <a:schemeClr val="dk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副标题 4"/>
          <p:cNvSpPr txBox="1"/>
          <p:nvPr>
            <p:custDataLst>
              <p:tags r:id="rId2"/>
            </p:custDataLst>
          </p:nvPr>
        </p:nvSpPr>
        <p:spPr>
          <a:xfrm>
            <a:off x="2413635" y="3548108"/>
            <a:ext cx="7367334" cy="152352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mar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spc="300" noProof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cs typeface="微软雅黑" panose="020B0503020204020204" charset="-122"/>
              </a:rPr>
              <a:t>本篇完，谢谢观赏</a:t>
            </a:r>
            <a:endParaRPr lang="zh-CN" altLang="en-US" sz="2400" spc="300" noProof="0">
              <a:ln>
                <a:noFill/>
              </a:ln>
              <a:solidFill>
                <a:schemeClr val="dk1">
                  <a:lumMod val="65000"/>
                  <a:lumOff val="35000"/>
                </a:schemeClr>
              </a:solidFill>
              <a:effectLst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2*i*3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2*i*4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5*i*3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0"/>
  <p:tag name="KSO_WM_UNIT_ID" val="_6*i*0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6*i*9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6*i*10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6*i*1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6*i*12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6*i*1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9*i*4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LARGE_SHA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4*i*4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097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77097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COMBINE_RELATE_SLIDE_ID" val="background20176436_1"/>
  <p:tag name="KSO_WM_TEMPLATE_SUBCATEGORY" val="0"/>
  <p:tag name="KSO_WM_TEMPLATE_THUMBS_INDEX" val="1、5、9、12、13、19、24、25、31、32、33、34"/>
  <p:tag name="KSO_WM_TAG_VERSION" val="1.0"/>
  <p:tag name="KSO_WM_BEAUTIFY_FLAG" val="#wm#"/>
  <p:tag name="KSO_WM_TEMPLATE_CATEGORY" val="custom"/>
  <p:tag name="KSO_WM_TEMPLATE_INDEX" val="20177097"/>
  <p:tag name="KSO_WM_TEMPLATE_MASTER_TYPE" val="1"/>
  <p:tag name="KSO_WM_TEMPLATE_COLOR_TYPE" val="1"/>
  <p:tag name="KSO_WM_TEMPLATE_MASTER_THUMB_INDEX" val="18"/>
  <p:tag name="KSO_WM_UNIT_SHOW_EDIT_AREA_INDICATION" val="0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5020_1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CHIP_GROUPID" val="5faa41e40f63d42c4847739d"/>
  <p:tag name="KSO_WM_CHIP_XID" val="5faa41e40f63d42c4847739e"/>
  <p:tag name="KSO_WM_UNIT_DEC_AREA_ID" val="0b847ab448dd416eab65bf9d2e5fa27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5d9a1865a2c4a05b9ede80102b9d307"/>
</p:tagLst>
</file>

<file path=ppt/tags/tag1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6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20_1*b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DEFAULT_FONT" val="18;24;2"/>
  <p:tag name="KSO_WM_UNIT_BLOCK" val="0"/>
  <p:tag name="KSO_WM_UNIT_DEC_AREA_ID" val="820b359ba1854bd3a15824d026f41afc"/>
  <p:tag name="KSO_WM_CHIP_GROUPID" val="5eccc115ec5f7d17b1744893"/>
  <p:tag name="KSO_WM_CHIP_XID" val="5eccc10bec5f7d17b1744890"/>
  <p:tag name="KSO_WM_CHIP_FILLAREA_FILL_RULE" val="{&quot;fill_align&quot;:&quot;cm&quot;,&quot;fill_mode&quot;:&quot;adaptive&quot;,&quot;sacle_strategy&quot;:&quot;smart&quot;}"/>
  <p:tag name="KSO_WM_ASSEMBLE_CHIP_INDEX" val="b8151b03d5a74b25b89a13aaa8004e45"/>
  <p:tag name="KSO_WM_UNIT_TEXT_FILL_FORE_SCHEMECOLOR_INDEX_BRIGHTNESS" val="0.35"/>
  <p:tag name="KSO_WM_UNIT_TEXT_FILL_FORE_SCHEMECOLOR_INDEX" val="13"/>
  <p:tag name="KSO_WM_UNIT_TEXT_FILL_TYPE" val="1"/>
  <p:tag name="KSO_WM_TEMPLATE_ASSEMBLE_XID" val="5fab3f17b46e6ebd99076d0a"/>
  <p:tag name="KSO_WM_TEMPLATE_ASSEMBLE_GROUPID" val="5faa41e40f63d42c4847739d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PRESET_TEXT" val="追逐梦想 勇往直前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DEFAULT_FONT" val="60;80;4"/>
  <p:tag name="KSO_WM_UNIT_BLOCK" val="0"/>
  <p:tag name="KSO_WM_UNIT_DEC_AREA_ID" val="448321a4422a4ff9a56594f4cc870c89"/>
  <p:tag name="KSO_WM_CHIP_GROUPID" val="5eccc115ec5f7d17b1744893"/>
  <p:tag name="KSO_WM_CHIP_XID" val="5eccc10bec5f7d17b1744890"/>
  <p:tag name="KSO_WM_CHIP_FILLAREA_FILL_RULE" val="{&quot;fill_align&quot;:&quot;cm&quot;,&quot;fill_mode&quot;:&quot;adaptive&quot;,&quot;sacle_strategy&quot;:&quot;smart&quot;}"/>
  <p:tag name="KSO_WM_ASSEMBLE_CHIP_INDEX" val="b8151b03d5a74b25b89a13aaa8004e45"/>
  <p:tag name="KSO_WM_UNIT_TEXT_FILL_FORE_SCHEMECOLOR_INDEX_BRIGHTNESS" val="0.15"/>
  <p:tag name="KSO_WM_UNIT_TEXT_FILL_FORE_SCHEMECOLOR_INDEX" val="13"/>
  <p:tag name="KSO_WM_UNIT_TEXT_FILL_TYPE" val="1"/>
  <p:tag name="KSO_WM_TEMPLATE_ASSEMBLE_XID" val="5fab3f17b46e6ebd99076d0a"/>
  <p:tag name="KSO_WM_TEMPLATE_ASSEMBLE_GROUPID" val="5faa41e40f63d42c4847739d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2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9f"/>
  <p:tag name="KSO_WM_UNIT_DEC_AREA_ID" val="8f35c3469d004840b6ce6cbe661daf73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d70faa1b13584720b82f22a7599fe4fd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0611e43eb80b41e184a8443503efa44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0b1d4579fb1485c8a044e9b21c1211c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0a7c88671fbe423597183ea936273e7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96b54f6f50f4e0189ba8aed226434cd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20_1*b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单击此处添加副标题内容"/>
  <p:tag name="KSO_WM_UNIT_DEFAULT_FONT" val="14;18;2"/>
  <p:tag name="KSO_WM_UNIT_BLOCK" val="0"/>
  <p:tag name="KSO_WM_UNIT_DEC_AREA_ID" val="37cb1827c6254ff3a8ce0a003e3a0086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b5cc9cf2e339465e957d4360e0ba9810"/>
  <p:tag name="KSO_WM_UNIT_TEXT_FILL_FORE_SCHEMECOLOR_INDEX_BRIGHTNESS" val="0.35"/>
  <p:tag name="KSO_WM_UNIT_TEXT_FILL_FORE_SCHEMECOLOR_INDEX" val="13"/>
  <p:tag name="KSO_WM_UNIT_TEXT_FILL_TYPE" val="1"/>
  <p:tag name="KSO_WM_TEMPLATE_ASSEMBLE_XID" val="5fab3f17b46e6ebd99076cd4"/>
  <p:tag name="KSO_WM_TEMPLATE_ASSEMBLE_GROUPID" val="5faa41e40f63d42c4847739d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单击添加大标题"/>
  <p:tag name="KSO_WM_UNIT_DEFAULT_FONT" val="40;56;4"/>
  <p:tag name="KSO_WM_UNIT_BLOCK" val="0"/>
  <p:tag name="KSO_WM_UNIT_DEC_AREA_ID" val="d1cee2a3ff9a41d08653e8cec1142ffc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b5cc9cf2e339465e957d4360e0ba9810"/>
  <p:tag name="KSO_WM_UNIT_TEXT_FILL_FORE_SCHEMECOLOR_INDEX_BRIGHTNESS" val="0.15"/>
  <p:tag name="KSO_WM_UNIT_TEXT_FILL_FORE_SCHEMECOLOR_INDEX" val="13"/>
  <p:tag name="KSO_WM_UNIT_TEXT_FILL_TYPE" val="1"/>
  <p:tag name="KSO_WM_TEMPLATE_ASSEMBLE_XID" val="5fab3f17b46e6ebd99076cd4"/>
  <p:tag name="KSO_WM_TEMPLATE_ASSEMBLE_GROUPID" val="5faa41e40f63d42c4847739d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2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9f"/>
  <p:tag name="KSO_WM_UNIT_DEC_AREA_ID" val="d0f831481c364412bd9df5e87e23d1f2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86a0e3ac51cf46ed957b949866745a5d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d4df5d64ece24983a5431869add205c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14c8357b1ff4479b3fa18ed865430fb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5020_1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CHIP_GROUPID" val="5faa41e40f63d42c4847739d"/>
  <p:tag name="KSO_WM_CHIP_XID" val="5faa41e40f63d42c4847739e"/>
  <p:tag name="KSO_WM_UNIT_DEC_AREA_ID" val="0b847ab448dd416eab65bf9d2e5fa27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5d9a1865a2c4a05b9ede80102b9d307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THANKS"/>
  <p:tag name="KSO_WM_UNIT_DEFAULT_FONT" val="24;80;4"/>
  <p:tag name="KSO_WM_UNIT_BLOCK" val="0"/>
  <p:tag name="KSO_WM_UNIT_DEC_AREA_ID" val="82b7c928a14848fb99d4b9a7b154c5c2"/>
  <p:tag name="KSO_WM_CHIP_GROUPID" val="5ebdf5a90ac41c4a0a525507"/>
  <p:tag name="KSO_WM_CHIP_XID" val="5ebdf5a90ac41c4a0a525508"/>
  <p:tag name="KSO_WM_CHIP_FILLAREA_FILL_RULE" val="{&quot;fill_align&quot;:&quot;cm&quot;,&quot;fill_mode&quot;:&quot;adaptive&quot;,&quot;sacle_strategy&quot;:&quot;smart&quot;}"/>
  <p:tag name="KSO_WM_ASSEMBLE_CHIP_INDEX" val="ec5be99acbce4758b3eaf20c51969ed6"/>
  <p:tag name="KSO_WM_UNIT_TEXT_FILL_FORE_SCHEMECOLOR_INDEX_BRIGHTNESS" val="0.15"/>
  <p:tag name="KSO_WM_UNIT_TEXT_FILL_FORE_SCHEMECOLOR_INDEX" val="13"/>
  <p:tag name="KSO_WM_UNIT_TEXT_FILL_TYPE" val="1"/>
  <p:tag name="KSO_WM_TEMPLATE_ASSEMBLE_XID" val="5fab3f17b46e6ebd99076d12"/>
  <p:tag name="KSO_WM_TEMPLATE_ASSEMBLE_GROUPID" val="5faa41e40f63d42c4847739d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  <p:tag name="KSO_WM_SLIDE_BACKGROUND_TYPE" val="general"/>
  <p:tag name="WM_BEAUTIFY_SHAPE_IDENTITY" val="{3f41e1b5-4b77-4205-91a5-08dd82297591}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  <p:tag name="KSO_WM_SLIDE_BACKGROUND_TYPE" val="general"/>
  <p:tag name="WM_BEAUTIFY_SHAPE_IDENTITY" val="{325aeaa8-90b1-455e-8281-9c9b2e1fa45e}"/>
</p:tagLst>
</file>

<file path=ppt/tags/tag206.xml><?xml version="1.0" encoding="utf-8"?>
<p:tagLst xmlns:p="http://schemas.openxmlformats.org/presentationml/2006/main">
  <p:tag name="KSO_WM_SLIDE_BACKGROUND_TYPE" val="general"/>
</p:tagLst>
</file>

<file path=ppt/tags/tag207.xml><?xml version="1.0" encoding="utf-8"?>
<p:tagLst xmlns:p="http://schemas.openxmlformats.org/presentationml/2006/main">
  <p:tag name="KSO_WM_SLIDE_BACKGROUND_TYPE" val="general"/>
</p:tagLst>
</file>

<file path=ppt/tags/tag208.xml><?xml version="1.0" encoding="utf-8"?>
<p:tagLst xmlns:p="http://schemas.openxmlformats.org/presentationml/2006/main">
  <p:tag name="KSO_WM_SLIDE_BACKGROUND_TYPE" val="general"/>
</p:tagLst>
</file>

<file path=ppt/tags/tag209.xml><?xml version="1.0" encoding="utf-8"?>
<p:tagLst xmlns:p="http://schemas.openxmlformats.org/presentationml/2006/main">
  <p:tag name="KSO_WM_SLIDE_BACKGROUND_TYPE" val="general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497d139e3a2749d29f540bf9d723e47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240a33859c04feb8950504561c367f2"/>
  <p:tag name="KSO_WM_SLIDE_BACKGROUND_TYPE" val="frame"/>
  <p:tag name="KSO_WM_UNIT_TEXT_FILL_FORE_SCHEMECOLOR_INDEX_BRIGHTNESS" val="0"/>
  <p:tag name="KSO_WM_UNIT_TEXT_FILL_FORE_SCHEMECOLOR_INDEX" val="2"/>
  <p:tag name="KSO_WM_UNIT_TEXT_FILL_TYPE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3b629913616641edb96b8fcda9b64315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6d44519715c4017840b114bc21a18a8"/>
  <p:tag name="KSO_WM_SLIDE_BACKGROUND_TYPE" val="frame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e6882bca53b54aa1b1a52c7d46e2333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6fc64c9bbdf401fa3cad0a483bbfda6"/>
  <p:tag name="KSO_WM_SLIDE_BACKGROUND_TYPE" val="frame"/>
</p:tagLst>
</file>

<file path=ppt/tags/tag213.xml><?xml version="1.0" encoding="utf-8"?>
<p:tagLst xmlns:p="http://schemas.openxmlformats.org/presentationml/2006/main">
  <p:tag name="KSO_WM_SLIDE_BACKGROUND_TYPE" val="frame"/>
</p:tagLst>
</file>

<file path=ppt/tags/tag214.xml><?xml version="1.0" encoding="utf-8"?>
<p:tagLst xmlns:p="http://schemas.openxmlformats.org/presentationml/2006/main">
  <p:tag name="KSO_WM_SLIDE_BACKGROUND_TYPE" val="frame"/>
</p:tagLst>
</file>

<file path=ppt/tags/tag215.xml><?xml version="1.0" encoding="utf-8"?>
<p:tagLst xmlns:p="http://schemas.openxmlformats.org/presentationml/2006/main">
  <p:tag name="KSO_WM_SLIDE_BACKGROUND_TYPE" val="frame"/>
</p:tagLst>
</file>

<file path=ppt/tags/tag216.xml><?xml version="1.0" encoding="utf-8"?>
<p:tagLst xmlns:p="http://schemas.openxmlformats.org/presentationml/2006/main">
  <p:tag name="KSO_WM_SLIDE_BACKGROUND_TYPE" val="frame"/>
</p:tagLst>
</file>

<file path=ppt/tags/tag217.xml><?xml version="1.0" encoding="utf-8"?>
<p:tagLst xmlns:p="http://schemas.openxmlformats.org/presentationml/2006/main">
  <p:tag name="KSO_WM_SLIDE_BACKGROUND_TYPE" val="frame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b21c7aaadc904b5ea7d962ccd040bf6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65cace338784585a316f3122a69fd03"/>
  <p:tag name="KSO_WM_SLIDE_BACKGROUND_TYPE" val="leftRight"/>
  <p:tag name="KSO_WM_UNIT_TEXT_FILL_FORE_SCHEMECOLOR_INDEX_BRIGHTNESS" val="0"/>
  <p:tag name="KSO_WM_UNIT_TEXT_FILL_FORE_SCHEMECOLOR_INDEX" val="2"/>
  <p:tag name="KSO_WM_UNIT_TEXT_FILL_TYPE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6c0ca9b402f04d3a9c23a2783edb36a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4cfe4e0bb0643c59f24aa8f4dc9b834"/>
  <p:tag name="KSO_WM_SLIDE_BACKGROUND_TYPE" val="leftRight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2369b4771be847ec8cfd2042bed32af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9e039bc1700447b8f5a7fe50ac2e5d3"/>
  <p:tag name="KSO_WM_SLIDE_BACKGROUND_TYPE" val="leftRight"/>
</p:tagLst>
</file>

<file path=ppt/tags/tag221.xml><?xml version="1.0" encoding="utf-8"?>
<p:tagLst xmlns:p="http://schemas.openxmlformats.org/presentationml/2006/main">
  <p:tag name="KSO_WM_SLIDE_BACKGROUND_TYPE" val="leftRight"/>
</p:tagLst>
</file>

<file path=ppt/tags/tag222.xml><?xml version="1.0" encoding="utf-8"?>
<p:tagLst xmlns:p="http://schemas.openxmlformats.org/presentationml/2006/main">
  <p:tag name="KSO_WM_SLIDE_BACKGROUND_TYPE" val="leftRight"/>
</p:tagLst>
</file>

<file path=ppt/tags/tag223.xml><?xml version="1.0" encoding="utf-8"?>
<p:tagLst xmlns:p="http://schemas.openxmlformats.org/presentationml/2006/main">
  <p:tag name="KSO_WM_SLIDE_BACKGROUND_TYPE" val="leftRight"/>
</p:tagLst>
</file>

<file path=ppt/tags/tag224.xml><?xml version="1.0" encoding="utf-8"?>
<p:tagLst xmlns:p="http://schemas.openxmlformats.org/presentationml/2006/main">
  <p:tag name="KSO_WM_SLIDE_BACKGROUND_TYPE" val="leftRight"/>
</p:tagLst>
</file>

<file path=ppt/tags/tag225.xml><?xml version="1.0" encoding="utf-8"?>
<p:tagLst xmlns:p="http://schemas.openxmlformats.org/presentationml/2006/main">
  <p:tag name="KSO_WM_SLIDE_BACKGROUND_TYPE" val="leftRight"/>
</p:tagLst>
</file>

<file path=ppt/tags/tag226.xml><?xml version="1.0" encoding="utf-8"?>
<p:tagLst xmlns:p="http://schemas.openxmlformats.org/presentationml/2006/main">
  <p:tag name="KSO_WM_SLIDE_BACKGROUND_TYPE" val="leftRight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9a582c96a1884900ab25bcd4ad2fcfe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eeca23323284b12b09dcc900ab580c6"/>
  <p:tag name="KSO_WM_SLIDE_BACKGROUND_TYPE" val="topBottom"/>
  <p:tag name="KSO_WM_UNIT_TEXT_FILL_FORE_SCHEMECOLOR_INDEX_BRIGHTNESS" val="0"/>
  <p:tag name="KSO_WM_UNIT_TEXT_FILL_FORE_SCHEMECOLOR_INDEX" val="2"/>
  <p:tag name="KSO_WM_UNIT_TEXT_FILL_TYPE" val="1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7fb6e06dadf5409ba5e4ef72dd72d1e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9a1bc94b5ec46378e07ab8be366c542"/>
  <p:tag name="KSO_WM_SLIDE_BACKGROUND_TYPE" val="topBottom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fc842350a91d488bab8cbd2bef1b45ec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961de6266554bdca998cf3056a08218"/>
  <p:tag name="KSO_WM_SLIDE_BACKGROUND_TYPE" val="topBottom"/>
</p:tagLst>
</file>

<file path=ppt/tags/tag230.xml><?xml version="1.0" encoding="utf-8"?>
<p:tagLst xmlns:p="http://schemas.openxmlformats.org/presentationml/2006/main">
  <p:tag name="KSO_WM_SLIDE_BACKGROUND_TYPE" val="topBottom"/>
</p:tagLst>
</file>

<file path=ppt/tags/tag231.xml><?xml version="1.0" encoding="utf-8"?>
<p:tagLst xmlns:p="http://schemas.openxmlformats.org/presentationml/2006/main">
  <p:tag name="KSO_WM_SLIDE_BACKGROUND_TYPE" val="topBottom"/>
</p:tagLst>
</file>

<file path=ppt/tags/tag232.xml><?xml version="1.0" encoding="utf-8"?>
<p:tagLst xmlns:p="http://schemas.openxmlformats.org/presentationml/2006/main">
  <p:tag name="KSO_WM_SLIDE_BACKGROUND_TYPE" val="topBottom"/>
</p:tagLst>
</file>

<file path=ppt/tags/tag233.xml><?xml version="1.0" encoding="utf-8"?>
<p:tagLst xmlns:p="http://schemas.openxmlformats.org/presentationml/2006/main">
  <p:tag name="KSO_WM_SLIDE_BACKGROUND_TYPE" val="topBottom"/>
</p:tagLst>
</file>

<file path=ppt/tags/tag234.xml><?xml version="1.0" encoding="utf-8"?>
<p:tagLst xmlns:p="http://schemas.openxmlformats.org/presentationml/2006/main">
  <p:tag name="KSO_WM_SLIDE_BACKGROUND_TYPE" val="topBottom"/>
</p:tagLst>
</file>

<file path=ppt/tags/tag235.xml><?xml version="1.0" encoding="utf-8"?>
<p:tagLst xmlns:p="http://schemas.openxmlformats.org/presentationml/2006/main">
  <p:tag name="KSO_WM_SLIDE_BACKGROUND_TYPE" val="topBottom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ddad1f542fba4a0a9a8435fb33fa28f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403da270cde40ae8e249066dec5c49e"/>
  <p:tag name="KSO_WM_SLIDE_BACKGROUND_TYPE" val="bottomTop"/>
  <p:tag name="KSO_WM_UNIT_TEXT_FILL_FORE_SCHEMECOLOR_INDEX_BRIGHTNESS" val="0"/>
  <p:tag name="KSO_WM_UNIT_TEXT_FILL_FORE_SCHEMECOLOR_INDEX" val="2"/>
  <p:tag name="KSO_WM_UNIT_TEXT_FILL_TYPE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7f62c1a4f08a4b7788e5c87737e763a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826f06ccb944bf4ae60b214f7a01f12"/>
  <p:tag name="KSO_WM_SLIDE_BACKGROUND_TYPE" val="bottomTop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3df12600d79c49888ac14c797f4de3d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43d4dc785e84282824f3a63469f8ddf"/>
  <p:tag name="KSO_WM_SLIDE_BACKGROUND_TYPE" val="bottomTop"/>
</p:tagLst>
</file>

<file path=ppt/tags/tag239.xml><?xml version="1.0" encoding="utf-8"?>
<p:tagLst xmlns:p="http://schemas.openxmlformats.org/presentationml/2006/main">
  <p:tag name="KSO_WM_SLIDE_BACKGROUND_TYPE" val="bottomTop"/>
</p:tagLst>
</file>

<file path=ppt/tags/tag240.xml><?xml version="1.0" encoding="utf-8"?>
<p:tagLst xmlns:p="http://schemas.openxmlformats.org/presentationml/2006/main">
  <p:tag name="KSO_WM_SLIDE_BACKGROUND_TYPE" val="bottomTop"/>
</p:tagLst>
</file>

<file path=ppt/tags/tag241.xml><?xml version="1.0" encoding="utf-8"?>
<p:tagLst xmlns:p="http://schemas.openxmlformats.org/presentationml/2006/main">
  <p:tag name="KSO_WM_SLIDE_BACKGROUND_TYPE" val="bottomTop"/>
</p:tagLst>
</file>

<file path=ppt/tags/tag242.xml><?xml version="1.0" encoding="utf-8"?>
<p:tagLst xmlns:p="http://schemas.openxmlformats.org/presentationml/2006/main">
  <p:tag name="KSO_WM_SLIDE_BACKGROUND_TYPE" val="bottomTop"/>
</p:tagLst>
</file>

<file path=ppt/tags/tag243.xml><?xml version="1.0" encoding="utf-8"?>
<p:tagLst xmlns:p="http://schemas.openxmlformats.org/presentationml/2006/main">
  <p:tag name="KSO_WM_SLIDE_BACKGROUND_TYPE" val="bottomTop"/>
</p:tagLst>
</file>

<file path=ppt/tags/tag244.xml><?xml version="1.0" encoding="utf-8"?>
<p:tagLst xmlns:p="http://schemas.openxmlformats.org/presentationml/2006/main">
  <p:tag name="KSO_WM_SLIDE_BACKGROUND_TYPE" val="bottomTop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76384e2edc6148358540ce908fcd99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40abd7b09e544f3abb9c3ab02871f54"/>
  <p:tag name="KSO_WM_SLIDE_BACKGROUND_TYPE" val="navigation"/>
  <p:tag name="KSO_WM_UNIT_TEXT_FILL_FORE_SCHEMECOLOR_INDEX_BRIGHTNESS" val="0"/>
  <p:tag name="KSO_WM_UNIT_TEXT_FILL_FORE_SCHEMECOLOR_INDEX" val="2"/>
  <p:tag name="KSO_WM_UNIT_TEXT_FILL_TYPE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d14dc1f413d44f80b9fc624b70d0f3e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ff935274d044ea98850e50d0ded08f5"/>
  <p:tag name="KSO_WM_SLIDE_BACKGROUND_TYPE" val="navigation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3bde42022f25451fa4b3d7271064777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bf1a33db0684fdc87c3dd58a5e75e65"/>
  <p:tag name="KSO_WM_SLIDE_BACKGROUND_TYPE" val="navigation"/>
</p:tagLst>
</file>

<file path=ppt/tags/tag248.xml><?xml version="1.0" encoding="utf-8"?>
<p:tagLst xmlns:p="http://schemas.openxmlformats.org/presentationml/2006/main">
  <p:tag name="KSO_WM_SLIDE_BACKGROUND_TYPE" val="navigation"/>
</p:tagLst>
</file>

<file path=ppt/tags/tag249.xml><?xml version="1.0" encoding="utf-8"?>
<p:tagLst xmlns:p="http://schemas.openxmlformats.org/presentationml/2006/main">
  <p:tag name="KSO_WM_SLIDE_BACKGROUND_TYPE" val="navigation"/>
</p:tagLst>
</file>

<file path=ppt/tags/tag250.xml><?xml version="1.0" encoding="utf-8"?>
<p:tagLst xmlns:p="http://schemas.openxmlformats.org/presentationml/2006/main">
  <p:tag name="KSO_WM_SLIDE_BACKGROUND_TYPE" val="navigation"/>
</p:tagLst>
</file>

<file path=ppt/tags/tag251.xml><?xml version="1.0" encoding="utf-8"?>
<p:tagLst xmlns:p="http://schemas.openxmlformats.org/presentationml/2006/main">
  <p:tag name="KSO_WM_SLIDE_BACKGROUND_TYPE" val="navigation"/>
</p:tagLst>
</file>

<file path=ppt/tags/tag252.xml><?xml version="1.0" encoding="utf-8"?>
<p:tagLst xmlns:p="http://schemas.openxmlformats.org/presentationml/2006/main">
  <p:tag name="KSO_WM_SLIDE_BACKGROUND_TYPE" val="navigation"/>
</p:tagLst>
</file>

<file path=ppt/tags/tag253.xml><?xml version="1.0" encoding="utf-8"?>
<p:tagLst xmlns:p="http://schemas.openxmlformats.org/presentationml/2006/main">
  <p:tag name="KSO_WM_SLIDE_BACKGROUND_TYPE" val="navigation"/>
</p:tagLst>
</file>

<file path=ppt/tags/tag254.xml><?xml version="1.0" encoding="utf-8"?>
<p:tagLst xmlns:p="http://schemas.openxmlformats.org/presentationml/2006/main">
  <p:tag name="KSO_WM_SLIDE_BACKGROUND_TYPE" val="navigation"/>
</p:tagLst>
</file>

<file path=ppt/tags/tag255.xml><?xml version="1.0" encoding="utf-8"?>
<p:tagLst xmlns:p="http://schemas.openxmlformats.org/presentationml/2006/main">
  <p:tag name="KSO_WM_SLIDE_BACKGROUND_TYPE" val="navigation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45f3b07fad5743668d394feecce4fddc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be6f88858854bf1be9a427fa9bdb155"/>
  <p:tag name="KSO_WM_SLIDE_BACKGROUND_TYPE" val="belt"/>
  <p:tag name="KSO_WM_UNIT_TEXT_FILL_FORE_SCHEMECOLOR_INDEX_BRIGHTNESS" val="0"/>
  <p:tag name="KSO_WM_UNIT_TEXT_FILL_FORE_SCHEMECOLOR_INDEX" val="2"/>
  <p:tag name="KSO_WM_UNIT_TEXT_FILL_TYPE" val="1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fab68ff08214ef9b56641b736fd38f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07dfb7485444f78a2f4234af2ee19d0"/>
  <p:tag name="KSO_WM_SLIDE_BACKGROUND_TYPE" val="belt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4934d4df72e499f8f3694908fefb82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1ce7ff5a6d456582c269bd7694e602"/>
  <p:tag name="KSO_WM_SLIDE_BACKGROUND_TYPE" val="belt"/>
</p:tagLst>
</file>

<file path=ppt/tags/tag259.xml><?xml version="1.0" encoding="utf-8"?>
<p:tagLst xmlns:p="http://schemas.openxmlformats.org/presentationml/2006/main">
  <p:tag name="KSO_WM_SLIDE_BACKGROUND_TYPE" val="belt"/>
</p:tagLst>
</file>

<file path=ppt/tags/tag260.xml><?xml version="1.0" encoding="utf-8"?>
<p:tagLst xmlns:p="http://schemas.openxmlformats.org/presentationml/2006/main">
  <p:tag name="KSO_WM_SLIDE_BACKGROUND_TYPE" val="belt"/>
</p:tagLst>
</file>

<file path=ppt/tags/tag261.xml><?xml version="1.0" encoding="utf-8"?>
<p:tagLst xmlns:p="http://schemas.openxmlformats.org/presentationml/2006/main">
  <p:tag name="KSO_WM_SLIDE_BACKGROUND_TYPE" val="belt"/>
</p:tagLst>
</file>

<file path=ppt/tags/tag262.xml><?xml version="1.0" encoding="utf-8"?>
<p:tagLst xmlns:p="http://schemas.openxmlformats.org/presentationml/2006/main">
  <p:tag name="KSO_WM_SLIDE_BACKGROUND_TYPE" val="belt"/>
</p:tagLst>
</file>

<file path=ppt/tags/tag263.xml><?xml version="1.0" encoding="utf-8"?>
<p:tagLst xmlns:p="http://schemas.openxmlformats.org/presentationml/2006/main">
  <p:tag name="KSO_WM_SLIDE_BACKGROUND_TYPE" val="belt"/>
</p:tagLst>
</file>

<file path=ppt/tags/tag264.xml><?xml version="1.0" encoding="utf-8"?>
<p:tagLst xmlns:p="http://schemas.openxmlformats.org/presentationml/2006/main">
  <p:tag name="KSO_WM_TEMPLATE_CATEGORY" val="custom"/>
  <p:tag name="KSO_WM_TEMPLATE_INDEX" val="20215020"/>
</p:tagLst>
</file>

<file path=ppt/tags/tag265.xml><?xml version="1.0" encoding="utf-8"?>
<p:tagLst xmlns:p="http://schemas.openxmlformats.org/presentationml/2006/main">
  <p:tag name="KSO_WM_TEMPLATE_CATEGORY" val="custom"/>
  <p:tag name="KSO_WM_TEMPLATE_INDEX" val="20215020"/>
</p:tagLst>
</file>

<file path=ppt/tags/tag26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15020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5020_1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CHIP_GROUPID" val="5faa41e40f63d42c4847739d"/>
  <p:tag name="KSO_WM_CHIP_XID" val="5faa41e40f63d42c4847739e"/>
  <p:tag name="KSO_WM_UNIT_DEC_AREA_ID" val="0b847ab448dd416eab65bf9d2e5fa27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5d9a1865a2c4a05b9ede80102b9d307"/>
</p:tagLst>
</file>

<file path=ppt/tags/tag2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6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20_1*b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DEFAULT_FONT" val="18;24;2"/>
  <p:tag name="KSO_WM_UNIT_BLOCK" val="0"/>
  <p:tag name="KSO_WM_UNIT_DEC_AREA_ID" val="820b359ba1854bd3a15824d026f41afc"/>
  <p:tag name="KSO_WM_CHIP_GROUPID" val="5eccc115ec5f7d17b1744893"/>
  <p:tag name="KSO_WM_CHIP_XID" val="5eccc10bec5f7d17b1744890"/>
  <p:tag name="KSO_WM_CHIP_FILLAREA_FILL_RULE" val="{&quot;fill_align&quot;:&quot;cm&quot;,&quot;fill_mode&quot;:&quot;adaptive&quot;,&quot;sacle_strategy&quot;:&quot;smart&quot;}"/>
  <p:tag name="KSO_WM_ASSEMBLE_CHIP_INDEX" val="b8151b03d5a74b25b89a13aaa8004e45"/>
  <p:tag name="KSO_WM_UNIT_TEXT_FILL_FORE_SCHEMECOLOR_INDEX_BRIGHTNESS" val="0.35"/>
  <p:tag name="KSO_WM_UNIT_TEXT_FILL_FORE_SCHEMECOLOR_INDEX" val="13"/>
  <p:tag name="KSO_WM_UNIT_TEXT_FILL_TYPE" val="1"/>
  <p:tag name="KSO_WM_TEMPLATE_ASSEMBLE_XID" val="5fab3f17b46e6ebd99076d0a"/>
  <p:tag name="KSO_WM_TEMPLATE_ASSEMBLE_GROUPID" val="5faa41e40f63d42c4847739d"/>
</p:tagLst>
</file>

<file path=ppt/tags/tag269.xml><?xml version="1.0" encoding="utf-8"?>
<p:tagLst xmlns:p="http://schemas.openxmlformats.org/presentationml/2006/main">
  <p:tag name="KSO_WM_UNIT_ISCONTENTSTITLE" val="0"/>
  <p:tag name="KSO_WM_UNIT_ISNUMDGMTITLE" val="0"/>
  <p:tag name="KSO_WM_UNIT_PRESET_TEXT" val="追逐梦想 勇往直前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DEFAULT_FONT" val="60;80;4"/>
  <p:tag name="KSO_WM_UNIT_BLOCK" val="0"/>
  <p:tag name="KSO_WM_UNIT_DEC_AREA_ID" val="448321a4422a4ff9a56594f4cc870c89"/>
  <p:tag name="KSO_WM_CHIP_GROUPID" val="5eccc115ec5f7d17b1744893"/>
  <p:tag name="KSO_WM_CHIP_XID" val="5eccc10bec5f7d17b1744890"/>
  <p:tag name="KSO_WM_CHIP_FILLAREA_FILL_RULE" val="{&quot;fill_align&quot;:&quot;cm&quot;,&quot;fill_mode&quot;:&quot;adaptive&quot;,&quot;sacle_strategy&quot;:&quot;smart&quot;}"/>
  <p:tag name="KSO_WM_ASSEMBLE_CHIP_INDEX" val="b8151b03d5a74b25b89a13aaa8004e45"/>
  <p:tag name="KSO_WM_UNIT_TEXT_FILL_FORE_SCHEMECOLOR_INDEX_BRIGHTNESS" val="0.15"/>
  <p:tag name="KSO_WM_UNIT_TEXT_FILL_FORE_SCHEMECOLOR_INDEX" val="13"/>
  <p:tag name="KSO_WM_UNIT_TEXT_FILL_TYPE" val="1"/>
  <p:tag name="KSO_WM_TEMPLATE_ASSEMBLE_XID" val="5fab3f17b46e6ebd99076d0a"/>
  <p:tag name="KSO_WM_TEMPLATE_ASSEMBLE_GROUPID" val="5faa41e40f63d42c4847739d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2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9f"/>
  <p:tag name="KSO_WM_UNIT_DEC_AREA_ID" val="8f35c3469d004840b6ce6cbe661daf73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d70faa1b13584720b82f22a7599fe4fd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0611e43eb80b41e184a8443503efa44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0b1d4579fb1485c8a044e9b21c1211c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0a7c88671fbe423597183ea936273e7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96b54f6f50f4e0189ba8aed226434cd"/>
</p:tagLst>
</file>

<file path=ppt/tags/tag2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20_1*b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单击此处添加副标题内容"/>
  <p:tag name="KSO_WM_UNIT_DEFAULT_FONT" val="14;18;2"/>
  <p:tag name="KSO_WM_UNIT_BLOCK" val="0"/>
  <p:tag name="KSO_WM_UNIT_DEC_AREA_ID" val="37cb1827c6254ff3a8ce0a003e3a0086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b5cc9cf2e339465e957d4360e0ba9810"/>
  <p:tag name="KSO_WM_UNIT_TEXT_FILL_FORE_SCHEMECOLOR_INDEX_BRIGHTNESS" val="0.35"/>
  <p:tag name="KSO_WM_UNIT_TEXT_FILL_FORE_SCHEMECOLOR_INDEX" val="13"/>
  <p:tag name="KSO_WM_UNIT_TEXT_FILL_TYPE" val="1"/>
  <p:tag name="KSO_WM_TEMPLATE_ASSEMBLE_XID" val="5fab3f17b46e6ebd99076cd4"/>
  <p:tag name="KSO_WM_TEMPLATE_ASSEMBLE_GROUPID" val="5faa41e40f63d42c4847739d"/>
</p:tagLst>
</file>

<file path=ppt/tags/tag2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单击添加大标题"/>
  <p:tag name="KSO_WM_UNIT_DEFAULT_FONT" val="40;56;4"/>
  <p:tag name="KSO_WM_UNIT_BLOCK" val="0"/>
  <p:tag name="KSO_WM_UNIT_DEC_AREA_ID" val="d1cee2a3ff9a41d08653e8cec1142ffc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b5cc9cf2e339465e957d4360e0ba9810"/>
  <p:tag name="KSO_WM_UNIT_TEXT_FILL_FORE_SCHEMECOLOR_INDEX_BRIGHTNESS" val="0.15"/>
  <p:tag name="KSO_WM_UNIT_TEXT_FILL_FORE_SCHEMECOLOR_INDEX" val="13"/>
  <p:tag name="KSO_WM_UNIT_TEXT_FILL_TYPE" val="1"/>
  <p:tag name="KSO_WM_TEMPLATE_ASSEMBLE_XID" val="5fab3f17b46e6ebd99076cd4"/>
  <p:tag name="KSO_WM_TEMPLATE_ASSEMBLE_GROUPID" val="5faa41e40f63d42c4847739d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2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9f"/>
  <p:tag name="KSO_WM_UNIT_DEC_AREA_ID" val="d0f831481c364412bd9df5e87e23d1f2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86a0e3ac51cf46ed957b949866745a5d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d4df5d64ece24983a5431869add205c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14c8357b1ff4479b3fa18ed865430fb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5020_1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CHIP_GROUPID" val="5faa41e40f63d42c4847739d"/>
  <p:tag name="KSO_WM_CHIP_XID" val="5faa41e40f63d42c4847739e"/>
  <p:tag name="KSO_WM_UNIT_DEC_AREA_ID" val="0b847ab448dd416eab65bf9d2e5fa27a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5d9a1865a2c4a05b9ede80102b9d307"/>
</p:tagLst>
</file>

<file path=ppt/tags/tag290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THANKS"/>
  <p:tag name="KSO_WM_UNIT_DEFAULT_FONT" val="24;80;4"/>
  <p:tag name="KSO_WM_UNIT_BLOCK" val="0"/>
  <p:tag name="KSO_WM_UNIT_DEC_AREA_ID" val="82b7c928a14848fb99d4b9a7b154c5c2"/>
  <p:tag name="KSO_WM_CHIP_GROUPID" val="5ebdf5a90ac41c4a0a525507"/>
  <p:tag name="KSO_WM_CHIP_XID" val="5ebdf5a90ac41c4a0a525508"/>
  <p:tag name="KSO_WM_CHIP_FILLAREA_FILL_RULE" val="{&quot;fill_align&quot;:&quot;cm&quot;,&quot;fill_mode&quot;:&quot;adaptive&quot;,&quot;sacle_strategy&quot;:&quot;smart&quot;}"/>
  <p:tag name="KSO_WM_ASSEMBLE_CHIP_INDEX" val="ec5be99acbce4758b3eaf20c51969ed6"/>
  <p:tag name="KSO_WM_UNIT_TEXT_FILL_FORE_SCHEMECOLOR_INDEX_BRIGHTNESS" val="0.15"/>
  <p:tag name="KSO_WM_UNIT_TEXT_FILL_FORE_SCHEMECOLOR_INDEX" val="13"/>
  <p:tag name="KSO_WM_UNIT_TEXT_FILL_TYPE" val="1"/>
  <p:tag name="KSO_WM_TEMPLATE_ASSEMBLE_XID" val="5fab3f17b46e6ebd99076d12"/>
  <p:tag name="KSO_WM_TEMPLATE_ASSEMBLE_GROUPID" val="5faa41e40f63d42c4847739d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72137fbf8b045d1ac51ece818aa0a0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3df50e3900c4cb6827e329110395f5b"/>
  <p:tag name="KSO_WM_SLIDE_BACKGROUND_TYPE" val="general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a316a8899ed4e8a9b3def86680dd22d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3e9d5e2ac543d8a1ecc0a3b271995a"/>
  <p:tag name="KSO_WM_SLIDE_BACKGROUND_TYPE" val="general"/>
</p:tagLst>
</file>

<file path=ppt/tags/tag293.xml><?xml version="1.0" encoding="utf-8"?>
<p:tagLst xmlns:p="http://schemas.openxmlformats.org/presentationml/2006/main">
  <p:tag name="KSO_WM_SLIDE_BACKGROUND_TYPE" val="general"/>
</p:tagLst>
</file>

<file path=ppt/tags/tag294.xml><?xml version="1.0" encoding="utf-8"?>
<p:tagLst xmlns:p="http://schemas.openxmlformats.org/presentationml/2006/main">
  <p:tag name="KSO_WM_SLIDE_BACKGROUND_TYPE" val="general"/>
</p:tagLst>
</file>

<file path=ppt/tags/tag295.xml><?xml version="1.0" encoding="utf-8"?>
<p:tagLst xmlns:p="http://schemas.openxmlformats.org/presentationml/2006/main">
  <p:tag name="KSO_WM_SLIDE_BACKGROUND_TYPE" val="general"/>
</p:tagLst>
</file>

<file path=ppt/tags/tag296.xml><?xml version="1.0" encoding="utf-8"?>
<p:tagLst xmlns:p="http://schemas.openxmlformats.org/presentationml/2006/main">
  <p:tag name="KSO_WM_SLIDE_BACKGROUND_TYPE" val="general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497d139e3a2749d29f540bf9d723e47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240a33859c04feb8950504561c367f2"/>
  <p:tag name="KSO_WM_SLIDE_BACKGROUND_TYPE" val="frame"/>
  <p:tag name="KSO_WM_UNIT_TEXT_FILL_FORE_SCHEMECOLOR_INDEX_BRIGHTNESS" val="0"/>
  <p:tag name="KSO_WM_UNIT_TEXT_FILL_FORE_SCHEMECOLOR_INDEX" val="2"/>
  <p:tag name="KSO_WM_UNIT_TEXT_FILL_TYPE" val="1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3b629913616641edb96b8fcda9b64315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6d44519715c4017840b114bc21a18a8"/>
  <p:tag name="KSO_WM_SLIDE_BACKGROUND_TYPE" val="frame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e6882bca53b54aa1b1a52c7d46e2333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66fc64c9bbdf401fa3cad0a483bbfda6"/>
  <p:tag name="KSO_WM_SLIDE_BACKGROUND_TYPE" val="frame"/>
</p:tagLst>
</file>

<file path=ppt/tags/tag300.xml><?xml version="1.0" encoding="utf-8"?>
<p:tagLst xmlns:p="http://schemas.openxmlformats.org/presentationml/2006/main">
  <p:tag name="KSO_WM_SLIDE_BACKGROUND_TYPE" val="frame"/>
</p:tagLst>
</file>

<file path=ppt/tags/tag301.xml><?xml version="1.0" encoding="utf-8"?>
<p:tagLst xmlns:p="http://schemas.openxmlformats.org/presentationml/2006/main">
  <p:tag name="KSO_WM_SLIDE_BACKGROUND_TYPE" val="frame"/>
</p:tagLst>
</file>

<file path=ppt/tags/tag302.xml><?xml version="1.0" encoding="utf-8"?>
<p:tagLst xmlns:p="http://schemas.openxmlformats.org/presentationml/2006/main">
  <p:tag name="KSO_WM_SLIDE_BACKGROUND_TYPE" val="frame"/>
</p:tagLst>
</file>

<file path=ppt/tags/tag303.xml><?xml version="1.0" encoding="utf-8"?>
<p:tagLst xmlns:p="http://schemas.openxmlformats.org/presentationml/2006/main">
  <p:tag name="KSO_WM_SLIDE_BACKGROUND_TYPE" val="frame"/>
</p:tagLst>
</file>

<file path=ppt/tags/tag304.xml><?xml version="1.0" encoding="utf-8"?>
<p:tagLst xmlns:p="http://schemas.openxmlformats.org/presentationml/2006/main">
  <p:tag name="KSO_WM_SLIDE_BACKGROUND_TYPE" val="frame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b21c7aaadc904b5ea7d962ccd040bf6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65cace338784585a316f3122a69fd03"/>
  <p:tag name="KSO_WM_SLIDE_BACKGROUND_TYPE" val="leftRight"/>
  <p:tag name="KSO_WM_UNIT_TEXT_FILL_FORE_SCHEMECOLOR_INDEX_BRIGHTNESS" val="0"/>
  <p:tag name="KSO_WM_UNIT_TEXT_FILL_FORE_SCHEMECOLOR_INDEX" val="2"/>
  <p:tag name="KSO_WM_UNIT_TEXT_FILL_TYPE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6c0ca9b402f04d3a9c23a2783edb36a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4cfe4e0bb0643c59f24aa8f4dc9b834"/>
  <p:tag name="KSO_WM_SLIDE_BACKGROUND_TYPE" val="leftRight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2369b4771be847ec8cfd2042bed32af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9e039bc1700447b8f5a7fe50ac2e5d3"/>
  <p:tag name="KSO_WM_SLIDE_BACKGROUND_TYPE" val="leftRight"/>
</p:tagLst>
</file>

<file path=ppt/tags/tag308.xml><?xml version="1.0" encoding="utf-8"?>
<p:tagLst xmlns:p="http://schemas.openxmlformats.org/presentationml/2006/main">
  <p:tag name="KSO_WM_SLIDE_BACKGROUND_TYPE" val="leftRight"/>
</p:tagLst>
</file>

<file path=ppt/tags/tag309.xml><?xml version="1.0" encoding="utf-8"?>
<p:tagLst xmlns:p="http://schemas.openxmlformats.org/presentationml/2006/main">
  <p:tag name="KSO_WM_SLIDE_BACKGROUND_TYPE" val="leftRight"/>
</p:tagLst>
</file>

<file path=ppt/tags/tag310.xml><?xml version="1.0" encoding="utf-8"?>
<p:tagLst xmlns:p="http://schemas.openxmlformats.org/presentationml/2006/main">
  <p:tag name="KSO_WM_SLIDE_BACKGROUND_TYPE" val="leftRight"/>
</p:tagLst>
</file>

<file path=ppt/tags/tag311.xml><?xml version="1.0" encoding="utf-8"?>
<p:tagLst xmlns:p="http://schemas.openxmlformats.org/presentationml/2006/main">
  <p:tag name="KSO_WM_SLIDE_BACKGROUND_TYPE" val="leftRight"/>
</p:tagLst>
</file>

<file path=ppt/tags/tag312.xml><?xml version="1.0" encoding="utf-8"?>
<p:tagLst xmlns:p="http://schemas.openxmlformats.org/presentationml/2006/main">
  <p:tag name="KSO_WM_SLIDE_BACKGROUND_TYPE" val="leftRight"/>
</p:tagLst>
</file>

<file path=ppt/tags/tag313.xml><?xml version="1.0" encoding="utf-8"?>
<p:tagLst xmlns:p="http://schemas.openxmlformats.org/presentationml/2006/main">
  <p:tag name="KSO_WM_SLIDE_BACKGROUND_TYPE" val="leftRight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9a582c96a1884900ab25bcd4ad2fcfe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eeca23323284b12b09dcc900ab580c6"/>
  <p:tag name="KSO_WM_SLIDE_BACKGROUND_TYPE" val="topBottom"/>
  <p:tag name="KSO_WM_UNIT_TEXT_FILL_FORE_SCHEMECOLOR_INDEX_BRIGHTNESS" val="0"/>
  <p:tag name="KSO_WM_UNIT_TEXT_FILL_FORE_SCHEMECOLOR_INDEX" val="2"/>
  <p:tag name="KSO_WM_UNIT_TEXT_FILL_TYPE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7fb6e06dadf5409ba5e4ef72dd72d1e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9a1bc94b5ec46378e07ab8be366c542"/>
  <p:tag name="KSO_WM_SLIDE_BACKGROUND_TYPE" val="topBottom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fc842350a91d488bab8cbd2bef1b45ec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961de6266554bdca998cf3056a08218"/>
  <p:tag name="KSO_WM_SLIDE_BACKGROUND_TYPE" val="topBottom"/>
</p:tagLst>
</file>

<file path=ppt/tags/tag317.xml><?xml version="1.0" encoding="utf-8"?>
<p:tagLst xmlns:p="http://schemas.openxmlformats.org/presentationml/2006/main">
  <p:tag name="KSO_WM_SLIDE_BACKGROUND_TYPE" val="topBottom"/>
</p:tagLst>
</file>

<file path=ppt/tags/tag318.xml><?xml version="1.0" encoding="utf-8"?>
<p:tagLst xmlns:p="http://schemas.openxmlformats.org/presentationml/2006/main">
  <p:tag name="KSO_WM_SLIDE_BACKGROUND_TYPE" val="topBottom"/>
</p:tagLst>
</file>

<file path=ppt/tags/tag319.xml><?xml version="1.0" encoding="utf-8"?>
<p:tagLst xmlns:p="http://schemas.openxmlformats.org/presentationml/2006/main">
  <p:tag name="KSO_WM_SLIDE_BACKGROUND_TYPE" val="topBottom"/>
</p:tagLst>
</file>

<file path=ppt/tags/tag320.xml><?xml version="1.0" encoding="utf-8"?>
<p:tagLst xmlns:p="http://schemas.openxmlformats.org/presentationml/2006/main">
  <p:tag name="KSO_WM_SLIDE_BACKGROUND_TYPE" val="topBottom"/>
</p:tagLst>
</file>

<file path=ppt/tags/tag321.xml><?xml version="1.0" encoding="utf-8"?>
<p:tagLst xmlns:p="http://schemas.openxmlformats.org/presentationml/2006/main">
  <p:tag name="KSO_WM_SLIDE_BACKGROUND_TYPE" val="topBottom"/>
</p:tagLst>
</file>

<file path=ppt/tags/tag322.xml><?xml version="1.0" encoding="utf-8"?>
<p:tagLst xmlns:p="http://schemas.openxmlformats.org/presentationml/2006/main">
  <p:tag name="KSO_WM_SLIDE_BACKGROUND_TYPE" val="topBottom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ddad1f542fba4a0a9a8435fb33fa28f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f403da270cde40ae8e249066dec5c49e"/>
  <p:tag name="KSO_WM_SLIDE_BACKGROUND_TYPE" val="bottomTop"/>
  <p:tag name="KSO_WM_UNIT_TEXT_FILL_FORE_SCHEMECOLOR_INDEX_BRIGHTNESS" val="0"/>
  <p:tag name="KSO_WM_UNIT_TEXT_FILL_FORE_SCHEMECOLOR_INDEX" val="2"/>
  <p:tag name="KSO_WM_UNIT_TEXT_FILL_TYPE" val="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7f62c1a4f08a4b7788e5c87737e763a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826f06ccb944bf4ae60b214f7a01f12"/>
  <p:tag name="KSO_WM_SLIDE_BACKGROUND_TYPE" val="bottomTop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3df12600d79c49888ac14c797f4de3d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43d4dc785e84282824f3a63469f8ddf"/>
  <p:tag name="KSO_WM_SLIDE_BACKGROUND_TYPE" val="bottomTop"/>
</p:tagLst>
</file>

<file path=ppt/tags/tag326.xml><?xml version="1.0" encoding="utf-8"?>
<p:tagLst xmlns:p="http://schemas.openxmlformats.org/presentationml/2006/main">
  <p:tag name="KSO_WM_SLIDE_BACKGROUND_TYPE" val="bottomTop"/>
</p:tagLst>
</file>

<file path=ppt/tags/tag327.xml><?xml version="1.0" encoding="utf-8"?>
<p:tagLst xmlns:p="http://schemas.openxmlformats.org/presentationml/2006/main">
  <p:tag name="KSO_WM_SLIDE_BACKGROUND_TYPE" val="bottomTop"/>
</p:tagLst>
</file>

<file path=ppt/tags/tag328.xml><?xml version="1.0" encoding="utf-8"?>
<p:tagLst xmlns:p="http://schemas.openxmlformats.org/presentationml/2006/main">
  <p:tag name="KSO_WM_SLIDE_BACKGROUND_TYPE" val="bottomTop"/>
</p:tagLst>
</file>

<file path=ppt/tags/tag329.xml><?xml version="1.0" encoding="utf-8"?>
<p:tagLst xmlns:p="http://schemas.openxmlformats.org/presentationml/2006/main">
  <p:tag name="KSO_WM_SLIDE_BACKGROUND_TYPE" val="bottomTop"/>
</p:tagLst>
</file>

<file path=ppt/tags/tag330.xml><?xml version="1.0" encoding="utf-8"?>
<p:tagLst xmlns:p="http://schemas.openxmlformats.org/presentationml/2006/main">
  <p:tag name="KSO_WM_SLIDE_BACKGROUND_TYPE" val="bottomTop"/>
</p:tagLst>
</file>

<file path=ppt/tags/tag331.xml><?xml version="1.0" encoding="utf-8"?>
<p:tagLst xmlns:p="http://schemas.openxmlformats.org/presentationml/2006/main">
  <p:tag name="KSO_WM_SLIDE_BACKGROUND_TYPE" val="bottomTop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76384e2edc6148358540ce908fcd996e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40abd7b09e544f3abb9c3ab02871f54"/>
  <p:tag name="KSO_WM_SLIDE_BACKGROUND_TYPE" val="navigation"/>
  <p:tag name="KSO_WM_UNIT_TEXT_FILL_FORE_SCHEMECOLOR_INDEX_BRIGHTNESS" val="0"/>
  <p:tag name="KSO_WM_UNIT_TEXT_FILL_FORE_SCHEMECOLOR_INDEX" val="2"/>
  <p:tag name="KSO_WM_UNIT_TEXT_FILL_TYPE" val="1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d14dc1f413d44f80b9fc624b70d0f3e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ff935274d044ea98850e50d0ded08f5"/>
  <p:tag name="KSO_WM_SLIDE_BACKGROUND_TYPE" val="navigation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3bde42022f25451fa4b3d7271064777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bf1a33db0684fdc87c3dd58a5e75e65"/>
  <p:tag name="KSO_WM_SLIDE_BACKGROUND_TYPE" val="navigation"/>
</p:tagLst>
</file>

<file path=ppt/tags/tag335.xml><?xml version="1.0" encoding="utf-8"?>
<p:tagLst xmlns:p="http://schemas.openxmlformats.org/presentationml/2006/main">
  <p:tag name="KSO_WM_SLIDE_BACKGROUND_TYPE" val="navigation"/>
</p:tagLst>
</file>

<file path=ppt/tags/tag336.xml><?xml version="1.0" encoding="utf-8"?>
<p:tagLst xmlns:p="http://schemas.openxmlformats.org/presentationml/2006/main">
  <p:tag name="KSO_WM_SLIDE_BACKGROUND_TYPE" val="navigation"/>
</p:tagLst>
</file>

<file path=ppt/tags/tag337.xml><?xml version="1.0" encoding="utf-8"?>
<p:tagLst xmlns:p="http://schemas.openxmlformats.org/presentationml/2006/main">
  <p:tag name="KSO_WM_SLIDE_BACKGROUND_TYPE" val="navigation"/>
</p:tagLst>
</file>

<file path=ppt/tags/tag338.xml><?xml version="1.0" encoding="utf-8"?>
<p:tagLst xmlns:p="http://schemas.openxmlformats.org/presentationml/2006/main">
  <p:tag name="KSO_WM_SLIDE_BACKGROUND_TYPE" val="navigation"/>
</p:tagLst>
</file>

<file path=ppt/tags/tag339.xml><?xml version="1.0" encoding="utf-8"?>
<p:tagLst xmlns:p="http://schemas.openxmlformats.org/presentationml/2006/main">
  <p:tag name="KSO_WM_SLIDE_BACKGROUND_TYPE" val="navigation"/>
</p:tagLst>
</file>

<file path=ppt/tags/tag340.xml><?xml version="1.0" encoding="utf-8"?>
<p:tagLst xmlns:p="http://schemas.openxmlformats.org/presentationml/2006/main">
  <p:tag name="KSO_WM_SLIDE_BACKGROUND_TYPE" val="navigation"/>
</p:tagLst>
</file>

<file path=ppt/tags/tag341.xml><?xml version="1.0" encoding="utf-8"?>
<p:tagLst xmlns:p="http://schemas.openxmlformats.org/presentationml/2006/main">
  <p:tag name="KSO_WM_SLIDE_BACKGROUND_TYPE" val="navigation"/>
</p:tagLst>
</file>

<file path=ppt/tags/tag342.xml><?xml version="1.0" encoding="utf-8"?>
<p:tagLst xmlns:p="http://schemas.openxmlformats.org/presentationml/2006/main">
  <p:tag name="KSO_WM_SLIDE_BACKGROUND_TYPE" val="navigation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5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CHIP_GROUPID" val="5faa41e40f63d42c4847739d"/>
  <p:tag name="KSO_WM_CHIP_XID" val="5faa41e40f63d42c484773a2"/>
  <p:tag name="KSO_WM_UNIT_DEC_AREA_ID" val="45f3b07fad5743668d394feecce4fddc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be6f88858854bf1be9a427fa9bdb155"/>
  <p:tag name="KSO_WM_SLIDE_BACKGROUND_TYPE" val="belt"/>
  <p:tag name="KSO_WM_UNIT_TEXT_FILL_FORE_SCHEMECOLOR_INDEX_BRIGHTNESS" val="0"/>
  <p:tag name="KSO_WM_UNIT_TEXT_FILL_FORE_SCHEMECOLOR_INDEX" val="2"/>
  <p:tag name="KSO_WM_UNIT_TEXT_FILL_TYPE" val="1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3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0"/>
  <p:tag name="KSO_WM_UNIT_DEC_AREA_ID" val="2fab68ff08214ef9b56641b736fd38f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d07dfb7485444f78a2f4234af2ee19d0"/>
  <p:tag name="KSO_WM_SLIDE_BACKGROUND_TYPE" val="belt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hip20215020_4*i*1"/>
  <p:tag name="KSO_WM_TEMPLATE_CATEGORY" val="chip"/>
  <p:tag name="KSO_WM_TEMPLATE_INDEX" val="20215020"/>
  <p:tag name="KSO_WM_UNIT_LAYERLEVEL" val="1"/>
  <p:tag name="KSO_WM_TAG_VERSION" val="1.0"/>
  <p:tag name="KSO_WM_BEAUTIFY_FLAG" val="#wm#"/>
  <p:tag name="KSO_WM_UNIT_SUBTYPE" val="t"/>
  <p:tag name="KSO_WM_UNIT_TYPE" val="i"/>
  <p:tag name="KSO_WM_UNIT_INDEX" val="1"/>
  <p:tag name="KSO_WM_CHIP_GROUPID" val="5faa41e40f63d42c4847739d"/>
  <p:tag name="KSO_WM_CHIP_XID" val="5faa41e40f63d42c484773a1"/>
  <p:tag name="KSO_WM_UNIT_DEC_AREA_ID" val="14934d4df72e499f8f3694908fefb826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61ce7ff5a6d456582c269bd7694e602"/>
  <p:tag name="KSO_WM_SLIDE_BACKGROUND_TYPE" val="belt"/>
</p:tagLst>
</file>

<file path=ppt/tags/tag346.xml><?xml version="1.0" encoding="utf-8"?>
<p:tagLst xmlns:p="http://schemas.openxmlformats.org/presentationml/2006/main">
  <p:tag name="KSO_WM_SLIDE_BACKGROUND_TYPE" val="belt"/>
</p:tagLst>
</file>

<file path=ppt/tags/tag347.xml><?xml version="1.0" encoding="utf-8"?>
<p:tagLst xmlns:p="http://schemas.openxmlformats.org/presentationml/2006/main">
  <p:tag name="KSO_WM_SLIDE_BACKGROUND_TYPE" val="belt"/>
</p:tagLst>
</file>

<file path=ppt/tags/tag348.xml><?xml version="1.0" encoding="utf-8"?>
<p:tagLst xmlns:p="http://schemas.openxmlformats.org/presentationml/2006/main">
  <p:tag name="KSO_WM_SLIDE_BACKGROUND_TYPE" val="belt"/>
</p:tagLst>
</file>

<file path=ppt/tags/tag349.xml><?xml version="1.0" encoding="utf-8"?>
<p:tagLst xmlns:p="http://schemas.openxmlformats.org/presentationml/2006/main">
  <p:tag name="KSO_WM_SLIDE_BACKGROUND_TYPE" val="belt"/>
</p:tagLst>
</file>

<file path=ppt/tags/tag350.xml><?xml version="1.0" encoding="utf-8"?>
<p:tagLst xmlns:p="http://schemas.openxmlformats.org/presentationml/2006/main">
  <p:tag name="KSO_WM_SLIDE_BACKGROUND_TYPE" val="belt"/>
</p:tagLst>
</file>

<file path=ppt/tags/tag351.xml><?xml version="1.0" encoding="utf-8"?>
<p:tagLst xmlns:p="http://schemas.openxmlformats.org/presentationml/2006/main">
  <p:tag name="KSO_WM_TEMPLATE_CATEGORY" val="custom"/>
  <p:tag name="KSO_WM_TEMPLATE_INDEX" val="20215020"/>
</p:tagLst>
</file>

<file path=ppt/tags/tag352.xml><?xml version="1.0" encoding="utf-8"?>
<p:tagLst xmlns:p="http://schemas.openxmlformats.org/presentationml/2006/main">
  <p:tag name="KSO_WM_TEMPLATE_CATEGORY" val="custom"/>
  <p:tag name="KSO_WM_TEMPLATE_INDEX" val="20215020"/>
</p:tagLst>
</file>

<file path=ppt/tags/tag35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15020"/>
</p:tagLst>
</file>

<file path=ppt/tags/tag3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6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20_1*b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DEFAULT_FONT" val="18;24;2"/>
  <p:tag name="KSO_WM_UNIT_BLOCK" val="0"/>
  <p:tag name="KSO_WM_UNIT_DEC_AREA_ID" val="820b359ba1854bd3a15824d026f41afc"/>
  <p:tag name="KSO_WM_CHIP_GROUPID" val="5eccc115ec5f7d17b1744893"/>
  <p:tag name="KSO_WM_CHIP_XID" val="5eccc10bec5f7d17b1744890"/>
  <p:tag name="KSO_WM_CHIP_FILLAREA_FILL_RULE" val="{&quot;fill_align&quot;:&quot;cm&quot;,&quot;fill_mode&quot;:&quot;adaptive&quot;,&quot;sacle_strategy&quot;:&quot;smart&quot;}"/>
  <p:tag name="KSO_WM_ASSEMBLE_CHIP_INDEX" val="b8151b03d5a74b25b89a13aaa8004e45"/>
  <p:tag name="KSO_WM_UNIT_TEXT_FILL_FORE_SCHEMECOLOR_INDEX_BRIGHTNESS" val="0.35"/>
  <p:tag name="KSO_WM_UNIT_TEXT_FILL_FORE_SCHEMECOLOR_INDEX" val="13"/>
  <p:tag name="KSO_WM_UNIT_TEXT_FILL_TYPE" val="1"/>
</p:tagLst>
</file>

<file path=ppt/tags/tag355.xml><?xml version="1.0" encoding="utf-8"?>
<p:tagLst xmlns:p="http://schemas.openxmlformats.org/presentationml/2006/main">
  <p:tag name="KSO_WM_UNIT_ISCONTENTSTITLE" val="0"/>
  <p:tag name="KSO_WM_UNIT_ISNUMDGMTITLE" val="0"/>
  <p:tag name="KSO_WM_UNIT_PRESET_TEXT" val="追逐梦想 勇往直前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DEFAULT_FONT" val="60;80;4"/>
  <p:tag name="KSO_WM_UNIT_BLOCK" val="0"/>
  <p:tag name="KSO_WM_UNIT_DEC_AREA_ID" val="448321a4422a4ff9a56594f4cc870c89"/>
  <p:tag name="KSO_WM_CHIP_GROUPID" val="5eccc115ec5f7d17b1744893"/>
  <p:tag name="KSO_WM_CHIP_XID" val="5eccc10bec5f7d17b1744890"/>
  <p:tag name="KSO_WM_CHIP_FILLAREA_FILL_RULE" val="{&quot;fill_align&quot;:&quot;cm&quot;,&quot;fill_mode&quot;:&quot;adaptive&quot;,&quot;sacle_strategy&quot;:&quot;smart&quot;}"/>
  <p:tag name="KSO_WM_ASSEMBLE_CHIP_INDEX" val="b8151b03d5a74b25b89a13aaa8004e45"/>
  <p:tag name="KSO_WM_UNIT_TEXT_FILL_FORE_SCHEMECOLOR_INDEX_BRIGHTNESS" val="0.15"/>
  <p:tag name="KSO_WM_UNIT_TEXT_FILL_FORE_SCHEMECOLOR_INDEX" val="13"/>
  <p:tag name="KSO_WM_UNIT_TEXT_FILL_TYPE" val="1"/>
</p:tagLst>
</file>

<file path=ppt/tags/tag356.xml><?xml version="1.0" encoding="utf-8"?>
<p:tagLst xmlns:p="http://schemas.openxmlformats.org/presentationml/2006/main">
  <p:tag name="KSO_WM_CHIP_INFOS" val="{&quot;layout_type&quot;:&quot;formiddle3&quot;,&quot;slide_type&quot;:[&quot;title&quot;],&quot;aspect_ratio&quot;:&quot;16:9&quot;}"/>
  <p:tag name="KSO_WM_CHIP_XID" val="5ebe041a0ac41c4a0a52557e"/>
  <p:tag name="KSO_WM_CHIP_FILLPROP" val="[[{&quot;fill_id&quot;:&quot;0fc8cb0b5be24332a6c5a6db9e174d8a&quot;,&quot;fill_align&quot;:&quot;cm&quot;,&quot;text_align&quot;:&quot;cm&quot;,&quot;text_direction&quot;:&quot;horizontal&quot;,&quot;chip_types&quot;:[&quot;text&quot;,&quot;header&quot;]}]]"/>
  <p:tag name="KSO_WM_SLIDE_ID" val="custom20215020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SLIDE_SIZE" val="700*380"/>
  <p:tag name="KSO_WM_SLIDE_POSITION" val="130*79"/>
  <p:tag name="KSO_WM_TAG_VERSION" val="1.0"/>
  <p:tag name="KSO_WM_BEAUTIFY_FLAG" val="#wm#"/>
  <p:tag name="KSO_WM_TEMPLATE_CATEGORY" val="custom"/>
  <p:tag name="KSO_WM_TEMPLATE_INDEX" val="20215020"/>
  <p:tag name="KSO_WM_SLIDE_LAYOUT" val="a_b_f"/>
  <p:tag name="KSO_WM_SLIDE_LAYOUT_CNT" val="1_1_1"/>
  <p:tag name="KSO_WM_CHIP_GROUPID" val="5ebf6661ddc3daf3fef3f760"/>
  <p:tag name="KSO_WM_SLIDE_LAYOUT_INFO" val="{&quot;id&quot;:&quot;2020-11-11T09:32:55&quot;,&quot;maxSize&quot;:{&quot;size1&quot;:33.62334074797454},&quot;minSize&quot;:{&quot;size1&quot;:26.523340747974537},&quot;normalSize&quot;:{&quot;size1&quot;:33.62334074797454},&quot;subLayout&quot;:[{&quot;id&quot;:&quot;2020-11-11T09:32:55&quot;,&quot;margin&quot;:{&quot;bottom&quot;:0.1646629422903061,&quot;left&quot;:5.3140788078308105,&quot;right&quot;:5.306846618652344,&quot;top&quot;:2.822166681289673},&quot;type&quot;:0},{&quot;id&quot;:&quot;2020-11-11T09:32:55&quot;,&quot;maxSize&quot;:{&quot;size1&quot;:32.249701545248755},&quot;minSize&quot;:{&quot;size1&quot;:19.849701545248752},&quot;normalSize&quot;:{&quot;size1&quot;:19.849701545248752},&quot;subLayout&quot;:[{&quot;id&quot;:&quot;2020-11-11T09:32:55&quot;,&quot;margin&quot;:{&quot;bottom&quot;:0.11683502048254013,&quot;left&quot;:5.3140788078308105,&quot;right&quot;:5.306846618652344,&quot;top&quot;:0.07169811427593231},&quot;type&quot;:0},{&quot;id&quot;:&quot;2020-11-11T09:32:55&quot;,&quot;margin&quot;:{&quot;bottom&quot;:2.822171926498413,&quot;left&quot;:5.3140788078308105,&quot;right&quot;:5.306846618652344,&quot;top&quot;:0.11952608078718185},&quot;type&quot;:0}],&quot;type&quot;:0}],&quot;type&quot;:0}"/>
  <p:tag name="KSO_WM_SLIDE_BK_DARK_LIGHT" val="2"/>
  <p:tag name="KSO_WM_SLIDE_BACKGROUND_TYPE" val="general"/>
  <p:tag name="KSO_WM_SLIDE_SUPPORT_FEATURE_TYPE" val="0"/>
  <p:tag name="KSO_WM_TEMPLATE_MASTER_THUMB_INDEX" val="13"/>
  <p:tag name="KSO_WM_TEMPLATE_ASSEMBLE_XID" val="5fab3f17b46e6ebd99076d0a"/>
  <p:tag name="KSO_WM_TEMPLATE_ASSEMBLE_GROUPID" val="5faa41e40f63d42c4847739d"/>
  <p:tag name="KSO_WM_TEMPLATE_THUMBS_INDEX" val="1、7、13、14、15、47"/>
  <p:tag name="KSO_WM_SPECIAL_SOURCE" val="bdnull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9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FILL_FORE_SCHEMECOLOR_INDEX_BRIGHTNESS" val="0"/>
  <p:tag name="KSO_WM_UNIT_FILL_FORE_SCHEMECOLOR_INDEX" val="15"/>
  <p:tag name="KSO_WM_UNIT_FILL_TYPE" val="1"/>
  <p:tag name="KSO_WM_UNIT_VALUE" val="159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15020_9*z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z"/>
  <p:tag name="KSO_WM_UNIT_INDEX" val="1"/>
  <p:tag name="KSO_WM_UNIT_BLOCK" val="0"/>
  <p:tag name="KSO_WM_UNIT_IS_LAYOUT_DIAGRAM" val="1"/>
  <p:tag name="KSO_WM_UNIT_BK_DARK_LIGHT" val="1"/>
  <p:tag name="KSO_WM_UNIT_LINE_FORE_SCHEMECOLOR_INDEX_BRIGHTNESS" val="-0.15"/>
  <p:tag name="KSO_WM_UNIT_LINE_FORE_SCHEMECOLOR_INDEX" val="14"/>
  <p:tag name="KSO_WM_UNIT_LINE_FILL_TYPE" val="2"/>
</p:tagLst>
</file>

<file path=ppt/tags/tag359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9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360.xml><?xml version="1.0" encoding="utf-8"?>
<p:tagLst xmlns:p="http://schemas.openxmlformats.org/presentationml/2006/main">
  <p:tag name="KSO_WM_UNIT_PLACING_PICTURE_USER_VIEWPORT" val="{&quot;height&quot;:6645,&quot;width&quot;:11565}"/>
</p:tagLst>
</file>

<file path=ppt/tags/tag361.xml><?xml version="1.0" encoding="utf-8"?>
<p:tagLst xmlns:p="http://schemas.openxmlformats.org/presentationml/2006/main">
  <p:tag name="KSO_WM_SLIDE_ID" val="custom20215020_9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864.102*298.548"/>
  <p:tag name="KSO_WM_SLIDE_POSITION" val="47.9488*170.627"/>
  <p:tag name="KSO_WM_TAG_VERSION" val="1.0"/>
  <p:tag name="KSO_WM_BEAUTIFY_FLAG" val="#wm#"/>
  <p:tag name="KSO_WM_TEMPLATE_CATEGORY" val="custom"/>
  <p:tag name="KSO_WM_TEMPLATE_INDEX" val="20215020"/>
  <p:tag name="KSO_WM_SLIDE_LAYOUT" val="a_i_z_h"/>
  <p:tag name="KSO_WM_SLIDE_LAYOUT_CNT" val="1_1_1_2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1.69,&quot;top&quot;:1.27,&quot;right&quot;:1.69,&quot;bottom&quot;:2.54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363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8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364.xml><?xml version="1.0" encoding="utf-8"?>
<p:tagLst xmlns:p="http://schemas.openxmlformats.org/presentationml/2006/main">
  <p:tag name="KSO_WM_BEAUTIFY_FLAG" val=""/>
  <p:tag name="KSO_WM_UNIT_PLACING_PICTURE_USER_VIEWPORT" val="{&quot;height&quot;:3708,&quot;width&quot;:5963}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#wm#"/>
  <p:tag name="KSO_WM_TEMPLATE_CATEGORY" val="custom"/>
  <p:tag name="KSO_WM_TEMPLATE_INDEX" val="20215020"/>
  <p:tag name="KSO_WM_SPECIAL_SOURCE" val="bdnull"/>
</p:tagLst>
</file>

<file path=ppt/tags/tag381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9*a*1"/>
  <p:tag name="KSO_WM_TEMPLATE_CATEGORY" val="custom"/>
  <p:tag name="KSO_WM_TEMPLATE_INDEX" val="20215020"/>
  <p:tag name="KSO_WM_UNIT_LAYERLEVEL" val="1"/>
  <p:tag name="KSO_WM_TAG_VERSION" val="1.0"/>
  <p:tag name="KSO_WM_BEAUTIFY_FLAG" val="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#wm#"/>
  <p:tag name="KSO_WM_TEMPLATE_CATEGORY" val="custom"/>
  <p:tag name="KSO_WM_TEMPLATE_INDEX" val="20215020"/>
  <p:tag name="KSO_WM_SPECIAL_SOURCE" val="bdnull"/>
</p:tagLst>
</file>

<file path=ppt/tags/tag385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9*a*1"/>
  <p:tag name="KSO_WM_TEMPLATE_CATEGORY" val="custom"/>
  <p:tag name="KSO_WM_TEMPLATE_INDEX" val="20215020"/>
  <p:tag name="KSO_WM_UNIT_LAYERLEVEL" val="1"/>
  <p:tag name="KSO_WM_TAG_VERSION" val="1.0"/>
  <p:tag name="KSO_WM_BEAUTIFY_FLAG" val="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#wm#"/>
  <p:tag name="KSO_WM_TEMPLATE_CATEGORY" val="custom"/>
  <p:tag name="KSO_WM_TEMPLATE_INDEX" val="20215020"/>
  <p:tag name="KSO_WM_SPECIAL_SOURCE" val="bdnull"/>
</p:tagLst>
</file>

<file path=ppt/tags/tag389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9*a*1"/>
  <p:tag name="KSO_WM_TEMPLATE_CATEGORY" val="custom"/>
  <p:tag name="KSO_WM_TEMPLATE_INDEX" val="20215020"/>
  <p:tag name="KSO_WM_UNIT_LAYERLEVEL" val="1"/>
  <p:tag name="KSO_WM_TAG_VERSION" val="1.0"/>
  <p:tag name="KSO_WM_BEAUTIFY_FLAG" val="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#wm#"/>
  <p:tag name="KSO_WM_TEMPLATE_CATEGORY" val="custom"/>
  <p:tag name="KSO_WM_TEMPLATE_INDEX" val="20215020"/>
  <p:tag name="KSO_WM_SPECIAL_SOURCE" val="bdnull"/>
</p:tagLst>
</file>

<file path=ppt/tags/tag3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6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5020_1*b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DEFAULT_FONT" val="18;24;2"/>
  <p:tag name="KSO_WM_UNIT_BLOCK" val="0"/>
  <p:tag name="KSO_WM_UNIT_DEC_AREA_ID" val="820b359ba1854bd3a15824d026f41afc"/>
  <p:tag name="KSO_WM_CHIP_GROUPID" val="5eccc115ec5f7d17b1744893"/>
  <p:tag name="KSO_WM_CHIP_XID" val="5eccc10bec5f7d17b1744890"/>
  <p:tag name="KSO_WM_CHIP_FILLAREA_FILL_RULE" val="{&quot;fill_align&quot;:&quot;cm&quot;,&quot;fill_mode&quot;:&quot;adaptive&quot;,&quot;sacle_strategy&quot;:&quot;smart&quot;}"/>
  <p:tag name="KSO_WM_ASSEMBLE_CHIP_INDEX" val="b8151b03d5a74b25b89a13aaa8004e45"/>
  <p:tag name="KSO_WM_UNIT_TEXT_FILL_FORE_SCHEMECOLOR_INDEX_BRIGHTNESS" val="0.35"/>
  <p:tag name="KSO_WM_UNIT_TEXT_FILL_FORE_SCHEMECOLOR_INDEX" val="13"/>
  <p:tag name="KSO_WM_UNIT_TEXT_FILL_TYPE" val="1"/>
</p:tagLst>
</file>

<file path=ppt/tags/tag394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9*a*1"/>
  <p:tag name="KSO_WM_TEMPLATE_CATEGORY" val="custom"/>
  <p:tag name="KSO_WM_TEMPLATE_INDEX" val="20215020"/>
  <p:tag name="KSO_WM_UNIT_LAYERLEVEL" val="1"/>
  <p:tag name="KSO_WM_TAG_VERSION" val="1.0"/>
  <p:tag name="KSO_WM_BEAUTIFY_FLAG" val="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CHIP_INFOS" val="{&quot;layout_type&quot;:&quot;formiddle3&quot;,&quot;slide_type&quot;:[&quot;title&quot;],&quot;aspect_ratio&quot;:&quot;16:9&quot;}"/>
  <p:tag name="KSO_WM_CHIP_XID" val="5ebe041a0ac41c4a0a52557e"/>
  <p:tag name="KSO_WM_CHIP_FILLPROP" val="[[{&quot;fill_id&quot;:&quot;0fc8cb0b5be24332a6c5a6db9e174d8a&quot;,&quot;fill_align&quot;:&quot;cm&quot;,&quot;text_align&quot;:&quot;cm&quot;,&quot;text_direction&quot;:&quot;horizontal&quot;,&quot;chip_types&quot;:[&quot;text&quot;,&quot;header&quot;]}]]"/>
  <p:tag name="KSO_WM_SLIDE_ID" val="custom20215020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SLIDE_SIZE" val="700*380"/>
  <p:tag name="KSO_WM_SLIDE_POSITION" val="130*79"/>
  <p:tag name="KSO_WM_TAG_VERSION" val="1.0"/>
  <p:tag name="KSO_WM_BEAUTIFY_FLAG" val="#wm#"/>
  <p:tag name="KSO_WM_TEMPLATE_CATEGORY" val="custom"/>
  <p:tag name="KSO_WM_TEMPLATE_INDEX" val="20215020"/>
  <p:tag name="KSO_WM_SLIDE_LAYOUT" val="a_b_f"/>
  <p:tag name="KSO_WM_SLIDE_LAYOUT_CNT" val="1_1_1"/>
  <p:tag name="KSO_WM_CHIP_GROUPID" val="5ebf6661ddc3daf3fef3f760"/>
  <p:tag name="KSO_WM_SLIDE_LAYOUT_INFO" val="{&quot;id&quot;:&quot;2020-11-11T09:32:55&quot;,&quot;maxSize&quot;:{&quot;size1&quot;:33.62334074797454},&quot;minSize&quot;:{&quot;size1&quot;:26.523340747974537},&quot;normalSize&quot;:{&quot;size1&quot;:33.62334074797454},&quot;subLayout&quot;:[{&quot;id&quot;:&quot;2020-11-11T09:32:55&quot;,&quot;margin&quot;:{&quot;bottom&quot;:0.1646629422903061,&quot;left&quot;:5.3140788078308105,&quot;right&quot;:5.306846618652344,&quot;top&quot;:2.822166681289673},&quot;type&quot;:0},{&quot;id&quot;:&quot;2020-11-11T09:32:55&quot;,&quot;maxSize&quot;:{&quot;size1&quot;:32.249701545248755},&quot;minSize&quot;:{&quot;size1&quot;:19.849701545248752},&quot;normalSize&quot;:{&quot;size1&quot;:19.849701545248752},&quot;subLayout&quot;:[{&quot;id&quot;:&quot;2020-11-11T09:32:55&quot;,&quot;margin&quot;:{&quot;bottom&quot;:0.11683502048254013,&quot;left&quot;:5.3140788078308105,&quot;right&quot;:5.306846618652344,&quot;top&quot;:0.07169811427593231},&quot;type&quot;:0},{&quot;id&quot;:&quot;2020-11-11T09:32:55&quot;,&quot;margin&quot;:{&quot;bottom&quot;:2.822171926498413,&quot;left&quot;:5.3140788078308105,&quot;right&quot;:5.306846618652344,&quot;top&quot;:0.11952608078718185},&quot;type&quot;:0}],&quot;type&quot;:0}],&quot;type&quot;:0}"/>
  <p:tag name="KSO_WM_SLIDE_BK_DARK_LIGHT" val="2"/>
  <p:tag name="KSO_WM_SLIDE_BACKGROUND_TYPE" val="general"/>
  <p:tag name="KSO_WM_SLIDE_SUPPORT_FEATURE_TYPE" val="0"/>
  <p:tag name="KSO_WM_TEMPLATE_MASTER_THUMB_INDEX" val="13"/>
  <p:tag name="KSO_WM_TEMPLATE_ASSEMBLE_XID" val="5fab3f17b46e6ebd99076d0a"/>
  <p:tag name="KSO_WM_TEMPLATE_ASSEMBLE_GROUPID" val="5faa41e40f63d42c4847739d"/>
  <p:tag name="KSO_WM_TEMPLATE_THUMBS_INDEX" val="1、7、13、14、15、47"/>
  <p:tag name="KSO_WM_SPECIAL_SOURCE" val="bdnull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9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FILL_FORE_SCHEMECOLOR_INDEX_BRIGHTNESS" val="0"/>
  <p:tag name="KSO_WM_UNIT_FILL_FORE_SCHEMECOLOR_INDEX" val="15"/>
  <p:tag name="KSO_WM_UNIT_FILL_TYPE" val="1"/>
  <p:tag name="KSO_WM_UNIT_VALUE" val="159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15020_9*z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z"/>
  <p:tag name="KSO_WM_UNIT_INDEX" val="1"/>
  <p:tag name="KSO_WM_UNIT_BLOCK" val="0"/>
  <p:tag name="KSO_WM_UNIT_IS_LAYOUT_DIAGRAM" val="1"/>
  <p:tag name="KSO_WM_UNIT_BK_DARK_LIGHT" val="1"/>
  <p:tag name="KSO_WM_UNIT_LINE_FORE_SCHEMECOLOR_INDEX_BRIGHTNESS" val="-0.15"/>
  <p:tag name="KSO_WM_UNIT_LINE_FORE_SCHEMECOLOR_INDEX" val="14"/>
  <p:tag name="KSO_WM_UNIT_LINE_FILL_TYPE" val="2"/>
</p:tagLst>
</file>

<file path=ppt/tags/tag399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9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400.xml><?xml version="1.0" encoding="utf-8"?>
<p:tagLst xmlns:p="http://schemas.openxmlformats.org/presentationml/2006/main">
  <p:tag name="KSO_WM_SLIDE_ID" val="custom20215020_9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9"/>
  <p:tag name="KSO_WM_SLIDE_SIZE" val="864.102*298.548"/>
  <p:tag name="KSO_WM_SLIDE_POSITION" val="47.9488*170.627"/>
  <p:tag name="KSO_WM_TAG_VERSION" val="1.0"/>
  <p:tag name="KSO_WM_BEAUTIFY_FLAG" val="#wm#"/>
  <p:tag name="KSO_WM_TEMPLATE_CATEGORY" val="custom"/>
  <p:tag name="KSO_WM_TEMPLATE_INDEX" val="20215020"/>
  <p:tag name="KSO_WM_SLIDE_LAYOUT" val="a_i_z_h"/>
  <p:tag name="KSO_WM_SLIDE_LAYOUT_CNT" val="1_1_1_2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1.69,&quot;top&quot;:1.27,&quot;right&quot;:1.69,&quot;bottom&quot;:2.54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SM_LIMIT_TYPE" val="2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FILL_FORE_SCHEMECOLOR_INDEX_BRIGHTNESS" val="0"/>
  <p:tag name="KSO_WM_UNIT_FILL_FORE_SCHEMECOLOR_INDEX" val="16"/>
  <p:tag name="KSO_WM_UNIT_FILL_TYPE" val="1"/>
  <p:tag name="KSO_WM_UNIT_SHADOW_SCHEMECOLOR_INDEX_BRIGHTNESS" val="0.05"/>
  <p:tag name="KSO_WM_UNIT_SHADOW_SCHEMECOLOR_INDEX" val="13"/>
  <p:tag name="KSO_WM_UNIT_VALUE" val="1026"/>
</p:tagLst>
</file>

<file path=ppt/tags/tag403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8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404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406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8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407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409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8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410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412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8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413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ustom20215020_8*i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BLOCK" val="0"/>
  <p:tag name="KSO_WM_UNIT_DECORATE_INFO" val="{&quot;DecorateInfoX&quot;:{&quot;IsLeft&quot;:true,&quot;IsRight&quot;:false,&quot;IsAbs&quot;:true},&quot;DecorateInfoY&quot;:{&quot;IsTop&quot;:true,&quot;IsBottom&quot;:false,&quot;IsAbs&quot;:true},&quot;DecorateInfoW&quot;:{&quot;IsAbs&quot;:true},&quot;DecorateInfoH&quot;:{&quot;IsAbs&quot;:true}}"/>
  <p:tag name="KSO_WM_UNIT_BK_DARK_LIGHT" val="1"/>
  <p:tag name="KSO_WM_UNIT_SM_LIMIT_TYPE" val="1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159"/>
</p:tagLst>
</file>

<file path=ppt/tags/tag415.xml><?xml version="1.0" encoding="utf-8"?>
<p:tagLst xmlns:p="http://schemas.openxmlformats.org/presentationml/2006/main"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15020_8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TYPE" val="a"/>
  <p:tag name="KSO_WM_UNIT_INDEX" val="1"/>
  <p:tag name="KSO_WM_UNIT_PRESET_TEXT" val="单击此处添加大标题"/>
  <p:tag name="KSO_WM_UNIT_VALUE" val="30"/>
  <p:tag name="KSO_WM_UNIT_DEFAULT_FONT" val="28;32;4"/>
  <p:tag name="KSO_WM_UNIT_BLOCK" val="0"/>
  <p:tag name="KSO_WM_UNIT_TEXT_FILL_FORE_SCHEMECOLOR_INDEX_BRIGHTNESS" val="0"/>
  <p:tag name="KSO_WM_UNIT_TEXT_FILL_FORE_SCHEMECOLOR_INDEX" val="14"/>
  <p:tag name="KSO_WM_UNIT_TEXT_FILL_TYPE" val="1"/>
</p:tagLst>
</file>

<file path=ppt/tags/tag416.xml><?xml version="1.0" encoding="utf-8"?>
<p:tagLst xmlns:p="http://schemas.openxmlformats.org/presentationml/2006/main">
  <p:tag name="KSO_WM_SLIDE_ID" val="custom20215020_8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8"/>
  <p:tag name="KSO_WM_SLIDE_SIZE" val="960*468"/>
  <p:tag name="KSO_WM_SLIDE_POSITION" val="0*0"/>
  <p:tag name="KSO_WM_TAG_VERSION" val="1.0"/>
  <p:tag name="KSO_WM_BEAUTIFY_FLAG" val="#wm#"/>
  <p:tag name="KSO_WM_TEMPLATE_CATEGORY" val="custom"/>
  <p:tag name="KSO_WM_TEMPLATE_INDEX" val="20215020"/>
  <p:tag name="KSO_WM_SLIDE_LAYOUT" val="a_f_i"/>
  <p:tag name="KSO_WM_SLIDE_LAYOUT_CNT" val="1_1_1"/>
  <p:tag name="KSO_WM_SLIDE_LAYOUT_INFO" val="{&quot;direction&quot;:0,&quot;horizontalAlign&quot;:-1,&quot;verticalAlign&quot;:-1,&quot;type&quot;:0,&quot;diagramDirection&quot;:0,&quot;canSetOverLayout&quot;:0,&quot;isOverLayout&quot;:0,&quot;marginOverLayout&quot;:{&quot;left&quot;:-0.035,&quot;top&quot;:-0.035,&quot;right&quot;:-0.035,&quot;bottom&quot;:-0.035},&quot;normalSize&quot;:{&quot;size1&quot;:13.3},&quot;minSize&quot;:{&quot;size1&quot;:13.3},&quot;maxSize&quot;:{&quot;size1&quot;:13.3},&quot;edge&quot;:{&quot;left&quot;:true,&quot;top&quot;:true,&quot;right&quot;:true,&quot;bottom&quot;:true},&quot;subLayout&quot;:[{&quot;direction&quot;:0,&quot;horizontalAlign&quot;:-1,&quot;verticalAlign&quot;:-1,&quot;type&quot;:0,&quot;diagramDirection&quot;:0,&quot;canSetOverLayout&quot;:0,&quot;isOverLayout&quot;:0,&quot;margin&quot;:{&quot;left&quot;:1.69,&quot;top&quot;:0.425,&quot;right&quot;:1.692,&quot;bottom&quot;:0.425},&quot;marginOverLayout&quot;:{&quot;left&quot;:-0.035,&quot;top&quot;:-0.035,&quot;right&quot;:-0.035,&quot;bottom&quot;:-0.035},&quot;edge&quot;:{&quot;left&quot;:true,&quot;top&quot;:true,&quot;right&quot;:true,&quot;bottom&quot;:false},&quot;backgroundInfo&quot;:[{&quot;type&quot;:&quot;navigation&quot;,&quot;left&quot;:0.0,&quot;top&quot;:0.0,&quot;right&quot;:0.0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2,&quot;top&quot;:1.69,&quot;right&quot;:2.12,&quot;bottom&quot;:2.96},&quot;marginOverLayout&quot;:{&quot;left&quot;:-0.035,&quot;top&quot;:-0.035,&quot;right&quot;:-0.035,&quot;bottom&quot;:-0.035},&quot;edge&quot;:{&quot;left&quot;:true,&quot;top&quot;:false,&quot;right&quot;:true,&quot;bottom&quot;:true}}]}"/>
  <p:tag name="KSO_WM_SLIDE_BACKGROUND" val="[&quot;navigation&quot;]"/>
  <p:tag name="KSO_WM_SLIDE_RATIO" val="1.777778"/>
  <p:tag name="KSO_WM_SLIDE_CAN_ADD_NAVIGATION" val="1"/>
  <p:tag name="KSO_WM_SPECIAL_SOURCE" val="bdnull"/>
</p:tagLst>
</file>

<file path=ppt/tags/tag417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5020_1*a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谢谢观看"/>
  <p:tag name="KSO_WM_UNIT_DEFAULT_FONT" val="24;80;4"/>
  <p:tag name="KSO_WM_UNIT_BLOCK" val="0"/>
  <p:tag name="KSO_WM_UNIT_DEC_AREA_ID" val="82b7c928a14848fb99d4b9a7b154c5c2"/>
  <p:tag name="KSO_WM_CHIP_GROUPID" val="5ebdf5a90ac41c4a0a525507"/>
  <p:tag name="KSO_WM_CHIP_XID" val="5ebdf5a90ac41c4a0a525508"/>
  <p:tag name="KSO_WM_CHIP_FILLAREA_FILL_RULE" val="{&quot;fill_align&quot;:&quot;cm&quot;,&quot;fill_mode&quot;:&quot;adaptive&quot;,&quot;sacle_strategy&quot;:&quot;smart&quot;}"/>
  <p:tag name="KSO_WM_ASSEMBLE_CHIP_INDEX" val="ec5be99acbce4758b3eaf20c51969ed6"/>
  <p:tag name="KSO_WM_UNIT_TEXT_FILL_FORE_SCHEMECOLOR_INDEX_BRIGHTNESS" val="0.15"/>
  <p:tag name="KSO_WM_UNIT_TEXT_FILL_FORE_SCHEMECOLOR_INDEX" val="13"/>
  <p:tag name="KSO_WM_UNIT_TEXT_FILL_TYPE" val="1"/>
  <p:tag name="KSO_WM_TEMPLATE_ASSEMBLE_XID" val="5fab3f17b46e6ebd99076d12"/>
  <p:tag name="KSO_WM_TEMPLATE_ASSEMBLE_GROUPID" val="5fab3f17b46e6ebd99076d12"/>
  <p:tag name="KSO_WM_UNIT_SMARTLAYOUT_COMPRESS_INFO" val="{&#10;    &quot;id&quot;: &quot;2020-11-11T09:33:03&quot;,&#10;    &quot;max&quot;: 2.860001691828984e-05,&#10;    &quot;parentMax&quot;: {&#10;        &quot;max&quot;: 28.619999999999948&#10;    },&#10;    &quot;topChanged&quot;: 2.860001691828984e-05&#10;}&#10;"/>
  <p:tag name="KSO_WM_UNIT_LAST_MAX_FONTSIZE" val="1400"/>
</p:tagLst>
</file>

<file path=ppt/tags/tag418.xml><?xml version="1.0" encoding="utf-8"?>
<p:tagLst xmlns:p="http://schemas.openxmlformats.org/presentationml/2006/main">
  <p:tag name="KSO_WM_UNIT_ISCONTENTSTITLE" val="0"/>
  <p:tag name="KSO_WM_UNIT_ISNUMDGMTITLE" val="0"/>
  <p:tag name="KSO_WM_UNIT_SUBTYPE" val="b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15020_1*f*1"/>
  <p:tag name="KSO_WM_TEMPLATE_CATEGORY" val="custom"/>
  <p:tag name="KSO_WM_TEMPLATE_INDEX" val="20215020"/>
  <p:tag name="KSO_WM_UNIT_LAYERLEVEL" val="1"/>
  <p:tag name="KSO_WM_TAG_VERSION" val="1.0"/>
  <p:tag name="KSO_WM_BEAUTIFY_FLAG" val="#wm#"/>
  <p:tag name="KSO_WM_UNIT_PRESET_TEXT" val="汇报人姓名"/>
  <p:tag name="KSO_WM_UNIT_DEFAULT_FONT" val="18;24;2"/>
  <p:tag name="KSO_WM_UNIT_BLOCK" val="0"/>
  <p:tag name="KSO_WM_UNIT_DEC_AREA_ID" val="cfaf3d94af594d34a13184ffc2b0323b"/>
  <p:tag name="KSO_WM_CHIP_GROUPID" val="5ebdf5a90ac41c4a0a525507"/>
  <p:tag name="KSO_WM_CHIP_XID" val="5ebdf5a90ac41c4a0a525508"/>
  <p:tag name="KSO_WM_CHIP_FILLAREA_FILL_RULE" val="{&quot;fill_align&quot;:&quot;cm&quot;,&quot;fill_mode&quot;:&quot;adaptive&quot;,&quot;sacle_strategy&quot;:&quot;smart&quot;}"/>
  <p:tag name="KSO_WM_ASSEMBLE_CHIP_INDEX" val="ec5be99acbce4758b3eaf20c51969ed6"/>
  <p:tag name="KSO_WM_UNIT_TEXT_FILL_FORE_SCHEMECOLOR_INDEX_BRIGHTNESS" val="0.35"/>
  <p:tag name="KSO_WM_UNIT_TEXT_FILL_FORE_SCHEMECOLOR_INDEX" val="13"/>
  <p:tag name="KSO_WM_UNIT_TEXT_FILL_TYPE" val="1"/>
  <p:tag name="KSO_WM_TEMPLATE_ASSEMBLE_XID" val="5fab3f17b46e6ebd99076d12"/>
  <p:tag name="KSO_WM_TEMPLATE_ASSEMBLE_GROUPID" val="5fab3f17b46e6ebd99076d12"/>
</p:tagLst>
</file>

<file path=ppt/tags/tag419.xml><?xml version="1.0" encoding="utf-8"?>
<p:tagLst xmlns:p="http://schemas.openxmlformats.org/presentationml/2006/main">
  <p:tag name="KSO_WM_CHIP_INFOS" val="{&quot;layout_type&quot;:&quot;formiddle3&quot;,&quot;slide_type&quot;:[&quot;endPage&quot;],&quot;aspect_ratio&quot;:&quot;16:9&quot;}"/>
  <p:tag name="KSO_WM_CHIP_XID" val="5ec34a930ac41c4a0a525d3e"/>
  <p:tag name="KSO_WM_CHIP_FILLPROP" val="[[{&quot;fill_id&quot;:&quot;0fc8cb0b5be24332a6c5a6db9e174d8a&quot;,&quot;fill_align&quot;:&quot;cm&quot;,&quot;text_align&quot;:&quot;cm&quot;,&quot;text_direction&quot;:&quot;horizontal&quot;,&quot;chip_types&quot;:[&quot;text&quot;,&quot;header&quot;]}]]"/>
  <p:tag name="KSO_WM_SLIDE_ID" val="custom20215020_1"/>
  <p:tag name="KSO_WM_TEMPLATE_SUBCATEGORY" val="21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1"/>
  <p:tag name="KSO_WM_SLIDE_SIZE" val="700*380"/>
  <p:tag name="KSO_WM_SLIDE_POSITION" val="130*79"/>
  <p:tag name="KSO_WM_TAG_VERSION" val="1.0"/>
  <p:tag name="KSO_WM_BEAUTIFY_FLAG" val="#wm#"/>
  <p:tag name="KSO_WM_TEMPLATE_CATEGORY" val="custom"/>
  <p:tag name="KSO_WM_TEMPLATE_INDEX" val="20215020"/>
  <p:tag name="KSO_WM_SLIDE_LAYOUT" val="a_f"/>
  <p:tag name="KSO_WM_SLIDE_LAYOUT_CNT" val="1_1"/>
  <p:tag name="KSO_WM_CHIP_GROUPID" val="5ebf6661ddc3daf3fef3f760"/>
  <p:tag name="KSO_WM_SLIDE_LAYOUT_INFO" val="{&quot;id&quot;:&quot;2020-11-11T09:33:03&quot;,&quot;maxSize&quot;:{&quot;size1&quot;:50.19104942039207},&quot;minSize&quot;:{&quot;size1&quot;:38.29104942039206},&quot;normalSize&quot;:{&quot;size1&quot;:50.19104942039206},&quot;subLayout&quot;:[{&quot;id&quot;:&quot;2020-11-11T09:33:03&quot;,&quot;margin&quot;:{&quot;bottom&quot;:0.25587353110313416,&quot;left&quot;:4.589639186859131,&quot;right&quot;:4.582406520843506,&quot;top&quot;:4.96212100982666},&quot;type&quot;:0},{&quot;id&quot;:&quot;2020-11-11T09:33:03&quot;,&quot;margin&quot;:{&quot;bottom&quot;:4.962126731872559,&quot;left&quot;:4.589639186859131,&quot;right&quot;:4.582406520843506,&quot;top&quot;:0.2944597601890564},&quot;type&quot;:0}],&quot;type&quot;:0}"/>
  <p:tag name="KSO_WM_SLIDE_BK_DARK_LIGHT" val="2"/>
  <p:tag name="KSO_WM_SLIDE_BACKGROUND_TYPE" val="general"/>
  <p:tag name="KSO_WM_SLIDE_SUPPORT_FEATURE_TYPE" val="0"/>
  <p:tag name="KSO_WM_TEMPLATE_ASSEMBLE_XID" val="5fab3f17b46e6ebd99076d12"/>
  <p:tag name="KSO_WM_TEMPLATE_ASSEMBLE_GROUPID" val="5fab3f17b46e6ebd99076d12"/>
  <p:tag name="KSO_WM_SPECIAL_SOURCE" val="bdnull"/>
</p:tagLst>
</file>

<file path=ppt/tags/tag420.xml><?xml version="1.0" encoding="utf-8"?>
<p:tagLst xmlns:p="http://schemas.openxmlformats.org/presentationml/2006/main">
  <p:tag name="KSO_DOCER_TEMPLATE_OPEN_ONCE_MARK" val="1"/>
  <p:tag name="COMMONDATA" val="eyJoZGlkIjoiNjZlYzljOGFmZDZhYWQ4YzNiMjk2N2RmZDBiOWRkZmIifQ=="/>
  <p:tag name="KSO_WPP_MARK_KEY" val="d0a44b23-7af1-43f3-890f-0472e9a933a0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ADC8D1"/>
      </a:dk2>
      <a:lt2>
        <a:srgbClr val="EBEBEA"/>
      </a:lt2>
      <a:accent1>
        <a:srgbClr val="2C5083"/>
      </a:accent1>
      <a:accent2>
        <a:srgbClr val="607EB6"/>
      </a:accent2>
      <a:accent3>
        <a:srgbClr val="6F61B3"/>
      </a:accent3>
      <a:accent4>
        <a:srgbClr val="8557A7"/>
      </a:accent4>
      <a:accent5>
        <a:srgbClr val="9F4F7D"/>
      </a:accent5>
      <a:accent6>
        <a:srgbClr val="A14D59"/>
      </a:accent6>
      <a:hlink>
        <a:srgbClr val="495ABF"/>
      </a:hlink>
      <a:folHlink>
        <a:srgbClr val="725E8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Adjacency">
      <a:dk1>
        <a:srgbClr val="000000"/>
      </a:dk1>
      <a:lt1>
        <a:srgbClr val="FFFFFF"/>
      </a:lt1>
      <a:dk2>
        <a:srgbClr val="CBE8F6"/>
      </a:dk2>
      <a:lt2>
        <a:srgbClr val="E4F4FB"/>
      </a:lt2>
      <a:accent1>
        <a:srgbClr val="1B88C0"/>
      </a:accent1>
      <a:accent2>
        <a:srgbClr val="0D8270"/>
      </a:accent2>
      <a:accent3>
        <a:srgbClr val="2D702A"/>
      </a:accent3>
      <a:accent4>
        <a:srgbClr val="67520E"/>
      </a:accent4>
      <a:accent5>
        <a:srgbClr val="AA3012"/>
      </a:accent5>
      <a:accent6>
        <a:srgbClr val="BE1A38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CBE8F6"/>
      </a:dk2>
      <a:lt2>
        <a:srgbClr val="E4F4FB"/>
      </a:lt2>
      <a:accent1>
        <a:srgbClr val="1B88C0"/>
      </a:accent1>
      <a:accent2>
        <a:srgbClr val="0D8270"/>
      </a:accent2>
      <a:accent3>
        <a:srgbClr val="2D702A"/>
      </a:accent3>
      <a:accent4>
        <a:srgbClr val="67520E"/>
      </a:accent4>
      <a:accent5>
        <a:srgbClr val="AA3012"/>
      </a:accent5>
      <a:accent6>
        <a:srgbClr val="BE1A38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djacency">
    <a:dk1>
      <a:srgbClr val="000000"/>
    </a:dk1>
    <a:lt1>
      <a:srgbClr val="FFFFFF"/>
    </a:lt1>
    <a:dk2>
      <a:srgbClr val="CBE8F6"/>
    </a:dk2>
    <a:lt2>
      <a:srgbClr val="E4F4FB"/>
    </a:lt2>
    <a:accent1>
      <a:srgbClr val="1B88C0"/>
    </a:accent1>
    <a:accent2>
      <a:srgbClr val="0D8270"/>
    </a:accent2>
    <a:accent3>
      <a:srgbClr val="2D702A"/>
    </a:accent3>
    <a:accent4>
      <a:srgbClr val="67520E"/>
    </a:accent4>
    <a:accent5>
      <a:srgbClr val="AA3012"/>
    </a:accent5>
    <a:accent6>
      <a:srgbClr val="BE1A38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1564</Words>
  <Application>WPS 演示</Application>
  <PresentationFormat>宽屏</PresentationFormat>
  <Paragraphs>103</Paragraphs>
  <Slides>18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41" baseType="lpstr">
      <vt:lpstr>Arial</vt:lpstr>
      <vt:lpstr>宋体</vt:lpstr>
      <vt:lpstr>Wingdings</vt:lpstr>
      <vt:lpstr>隶书</vt:lpstr>
      <vt:lpstr>微软雅黑</vt:lpstr>
      <vt:lpstr>(使用中文字体)</vt:lpstr>
      <vt:lpstr>AMGDT</vt:lpstr>
      <vt:lpstr>汉仪尚巍手书W</vt:lpstr>
      <vt:lpstr>汉仪旗黑-85S</vt:lpstr>
      <vt:lpstr>黑体</vt:lpstr>
      <vt:lpstr>楷体</vt:lpstr>
      <vt:lpstr>Wingdings</vt:lpstr>
      <vt:lpstr>Segoe UI</vt:lpstr>
      <vt:lpstr>Calibri</vt:lpstr>
      <vt:lpstr>Arial Unicode MS</vt:lpstr>
      <vt:lpstr>2_Office 主题​​</vt:lpstr>
      <vt:lpstr>3_Office 主题​​</vt:lpstr>
      <vt:lpstr>1_Office 主题​​</vt:lpstr>
      <vt:lpstr>Paint.Picture</vt:lpstr>
      <vt:lpstr>Paint.Picture</vt:lpstr>
      <vt:lpstr>Paint.Picture</vt:lpstr>
      <vt:lpstr>Paint.Picture</vt:lpstr>
      <vt:lpstr>Paint.Picture</vt:lpstr>
      <vt:lpstr>环境和平台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成就辉煌未来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智能插座</dc:title>
  <dc:creator/>
  <cp:lastModifiedBy>反良</cp:lastModifiedBy>
  <cp:revision>566</cp:revision>
  <dcterms:created xsi:type="dcterms:W3CDTF">2019-06-19T02:08:00Z</dcterms:created>
  <dcterms:modified xsi:type="dcterms:W3CDTF">2023-06-13T07:01:02Z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AC8A237924D94B20BE9B65A548FAF404</vt:lpwstr>
  </property>
</Properties>
</file>